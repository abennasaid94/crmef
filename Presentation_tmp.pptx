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move the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GB" sz="2000" spc="-1" strike="noStrike">
                <a:latin typeface="Arial"/>
              </a:rPr>
              <a:t>Click to edit the notes format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GB" sz="1400" spc="-1" strike="noStrike">
                <a:latin typeface="Times New Roman"/>
              </a:rPr>
              <a:t>&lt;header&gt;</a:t>
            </a:r>
            <a:endParaRPr b="0" lang="en-GB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GB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GB" sz="1400" spc="-1" strike="noStrike">
                <a:latin typeface="Times New Roman"/>
              </a:rPr>
              <a:t>&lt;date/time&gt;</a:t>
            </a:r>
            <a:endParaRPr b="0" lang="en-GB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GB" sz="1400" spc="-1" strike="noStrike">
                <a:latin typeface="Times New Roman"/>
              </a:defRPr>
            </a:lvl1pPr>
          </a:lstStyle>
          <a:p>
            <a:r>
              <a:rPr b="0" lang="en-GB" sz="1400" spc="-1" strike="noStrike">
                <a:latin typeface="Times New Roman"/>
              </a:rPr>
              <a:t>&lt;footer&gt;</a:t>
            </a:r>
            <a:endParaRPr b="0" lang="en-GB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GB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4E6F64A6-812A-4E71-89AF-707E7329D225}" type="slidenum">
              <a:rPr b="0" lang="en-GB" sz="1400" spc="-1" strike="noStrike">
                <a:latin typeface="Times New Roman"/>
              </a:rPr>
              <a:t>&lt;number&gt;</a:t>
            </a:fld>
            <a:endParaRPr b="0" lang="en-GB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fr-FR" sz="2000" spc="-1" strike="noStrike">
                <a:latin typeface="Arial"/>
              </a:rPr>
              <a:t>Salam, hi, my name is said abenna born in morocco in 1994, I want to thank you doctor hamed ekhtiari and doctor arash rahmani for the invitation to pass this postoctoral intervie in the subject of …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27E1B69-BAAE-4926-B8EE-668FC7A56033}" type="slidenum">
              <a:rPr b="0" lang="en-US" sz="1200" spc="-1" strike="noStrike">
                <a:latin typeface="Times New Roman"/>
              </a:rPr>
              <a:t>&lt;number&gt;</a:t>
            </a:fld>
            <a:endParaRPr b="0" lang="en-GB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GB" sz="2000" spc="-1" strike="noStrike"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271DFA5-FB49-40B9-AC57-757A0D2B095F}" type="slidenum">
              <a:rPr b="0" lang="en-US" sz="1200" spc="-1" strike="noStrike">
                <a:latin typeface="Times New Roman"/>
              </a:rPr>
              <a:t>&lt;number&gt;</a:t>
            </a:fld>
            <a:endParaRPr b="0" lang="en-GB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GB" sz="2000" spc="-1" strike="noStrike"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C02DB4F-C1AD-4F99-8A8C-421048F73A14}" type="slidenum">
              <a:rPr b="0" lang="en-US" sz="1200" spc="-1" strike="noStrike">
                <a:latin typeface="Times New Roman"/>
              </a:rPr>
              <a:t>&lt;number&gt;</a:t>
            </a:fld>
            <a:endParaRPr b="0" lang="en-GB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GB" sz="2000" spc="-1" strike="noStrike"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E53EF31-DE5B-4345-9CBF-D7AFA68987DC}" type="slidenum">
              <a:rPr b="0" lang="en-US" sz="1200" spc="-1" strike="noStrike">
                <a:latin typeface="Times New Roman"/>
              </a:rPr>
              <a:t>&lt;number&gt;</a:t>
            </a:fld>
            <a:endParaRPr b="0" lang="en-GB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ABA629-2AA0-4C2F-9D84-49FEC0DC53C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DA0CE2-14DA-47A9-B1D0-9C8B4F815C8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29352A-5DC1-4880-801D-4C93F9DA662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42A9DF-9556-4DC2-84F4-1D5AEB66C9F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92DE31-745F-4F05-B905-CEA633D0967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1F9C5D-1568-408B-BB9F-A8F7F4EF44B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14B63E-4BF0-4C2F-A7D4-08ED3FA5837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55B3B6-0187-43D7-9C84-109C978934B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223F31-CE4C-4AA8-95D9-3B2FEAC0B9A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4EDB97-23E9-4000-ADB0-E269069D0D9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77F265-B532-438F-B820-3A880A061A1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30992B-F96A-4AF1-A2DF-8F902A9169E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C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l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i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c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k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 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t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o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 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e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d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i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t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 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M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a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s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t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e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r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 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t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i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t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l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e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 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s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t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y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l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e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GB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GB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GB" sz="1400" spc="-1" strike="noStrike">
                <a:latin typeface="Times New Roman"/>
              </a:rPr>
              <a:t>&lt;footer&gt;</a:t>
            </a:r>
            <a:endParaRPr b="0" lang="en-GB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96CA4BE-B1C8-4ECD-9564-1DB039F96C46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GB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" Target="slide4.xml"/><Relationship Id="rId3" Type="http://schemas.openxmlformats.org/officeDocument/2006/relationships/slide" Target="slide4.xml"/><Relationship Id="rId4" Type="http://schemas.openxmlformats.org/officeDocument/2006/relationships/slide" Target="slide4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" Target="slide4.xml"/><Relationship Id="rId3" Type="http://schemas.openxmlformats.org/officeDocument/2006/relationships/slide" Target="slide4.xml"/><Relationship Id="rId4" Type="http://schemas.openxmlformats.org/officeDocument/2006/relationships/slide" Target="slide4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ubtitle 2"/>
          <p:cNvSpPr/>
          <p:nvPr/>
        </p:nvSpPr>
        <p:spPr>
          <a:xfrm>
            <a:off x="1401120" y="3322080"/>
            <a:ext cx="9437400" cy="139392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0">
            <a:noFill/>
          </a:ln>
          <a:effectLst>
            <a:outerShdw algn="ctr" blurRad="150120" dir="8461089" dist="250081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dir="t" rig="contrasting">
              <a:rot lat="0" lon="0" rev="1500000"/>
            </a:lightRig>
          </a:scene3d>
          <a:sp3d prstMaterial="metal">
            <a:bevelT w="88900" h="88900"/>
          </a:sp3d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Times New Roman"/>
              </a:rPr>
              <a:t>P</a:t>
            </a:r>
            <a:endParaRPr b="0" lang="en-GB" sz="36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3600" spc="-1" strike="noStrike">
              <a:latin typeface="Arial"/>
            </a:endParaRPr>
          </a:p>
        </p:txBody>
      </p:sp>
      <p:sp>
        <p:nvSpPr>
          <p:cNvPr id="48" name="Subtitle 2"/>
          <p:cNvSpPr/>
          <p:nvPr/>
        </p:nvSpPr>
        <p:spPr>
          <a:xfrm>
            <a:off x="2876760" y="1725480"/>
            <a:ext cx="6437880" cy="10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6000"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843c0b"/>
                </a:solidFill>
                <a:latin typeface="Times New Roman"/>
              </a:rPr>
              <a:t>L</a:t>
            </a:r>
            <a:r>
              <a:rPr b="1" lang="en-US" sz="2000" spc="-1" strike="noStrike">
                <a:solidFill>
                  <a:srgbClr val="203864"/>
                </a:solidFill>
                <a:latin typeface="Times New Roman"/>
              </a:rPr>
              <a:t> : ‘S’</a:t>
            </a:r>
            <a:endParaRPr b="0" lang="en-GB" sz="20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843c0b"/>
                </a:solidFill>
                <a:latin typeface="Times New Roman"/>
              </a:rPr>
              <a:t>D</a:t>
            </a:r>
            <a:r>
              <a:rPr b="1" lang="en-US" sz="2000" spc="-1" strike="noStrike">
                <a:solidFill>
                  <a:srgbClr val="203864"/>
                </a:solidFill>
                <a:latin typeface="Times New Roman"/>
              </a:rPr>
              <a:t> : ‘G’</a:t>
            </a:r>
            <a:endParaRPr b="0" lang="en-GB" sz="20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843c0b"/>
                </a:solidFill>
                <a:latin typeface="Times New Roman"/>
              </a:rPr>
              <a:t>S </a:t>
            </a:r>
            <a:r>
              <a:rPr b="1" lang="en-US" sz="2000" spc="-1" strike="noStrike">
                <a:solidFill>
                  <a:srgbClr val="203864"/>
                </a:solidFill>
                <a:latin typeface="Times New Roman"/>
              </a:rPr>
              <a:t>: ‘É’</a:t>
            </a:r>
            <a:br>
              <a:rPr sz="100"/>
            </a:br>
            <a:endParaRPr b="0" lang="en-GB" sz="2000" spc="-1" strike="noStrike">
              <a:latin typeface="Arial"/>
            </a:endParaRPr>
          </a:p>
        </p:txBody>
      </p:sp>
      <p:sp>
        <p:nvSpPr>
          <p:cNvPr id="49" name="Subtitle 2"/>
          <p:cNvSpPr/>
          <p:nvPr/>
        </p:nvSpPr>
        <p:spPr>
          <a:xfrm>
            <a:off x="2471400" y="5574600"/>
            <a:ext cx="7296840" cy="89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In the presence of the jury members from </a:t>
            </a:r>
            <a:endParaRPr b="0" lang="en-GB" sz="12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Mr</a:t>
            </a:r>
            <a:endParaRPr b="0" lang="en-GB" sz="14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Mr</a:t>
            </a:r>
            <a:endParaRPr b="0" lang="en-GB" sz="1400" spc="-1" strike="noStrike">
              <a:latin typeface="Arial"/>
            </a:endParaRPr>
          </a:p>
        </p:txBody>
      </p:sp>
      <p:sp>
        <p:nvSpPr>
          <p:cNvPr id="50" name="Subtitle 2"/>
          <p:cNvSpPr/>
          <p:nvPr/>
        </p:nvSpPr>
        <p:spPr>
          <a:xfrm>
            <a:off x="3763440" y="5212800"/>
            <a:ext cx="4657320" cy="32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4000"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c00000"/>
                </a:solidFill>
                <a:latin typeface="Times New Roman"/>
              </a:rPr>
              <a:t>Presented by Mr. 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51" name="Straight Connector 14"/>
          <p:cNvSpPr/>
          <p:nvPr/>
        </p:nvSpPr>
        <p:spPr>
          <a:xfrm flipH="1">
            <a:off x="1377000" y="420480"/>
            <a:ext cx="9437760" cy="360"/>
          </a:xfrm>
          <a:prstGeom prst="line">
            <a:avLst/>
          </a:prstGeom>
          <a:ln w="28575">
            <a:solidFill>
              <a:srgbClr val="4454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2" name="Straight Connector 16"/>
          <p:cNvSpPr/>
          <p:nvPr/>
        </p:nvSpPr>
        <p:spPr>
          <a:xfrm flipH="1">
            <a:off x="1401120" y="1592280"/>
            <a:ext cx="9437400" cy="11880"/>
          </a:xfrm>
          <a:prstGeom prst="line">
            <a:avLst/>
          </a:prstGeom>
          <a:ln w="28575">
            <a:solidFill>
              <a:srgbClr val="4454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3" name="Subtitle 2"/>
          <p:cNvSpPr/>
          <p:nvPr/>
        </p:nvSpPr>
        <p:spPr>
          <a:xfrm>
            <a:off x="2688120" y="519840"/>
            <a:ext cx="6807960" cy="103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203864"/>
                </a:solidFill>
                <a:latin typeface="Times New Roman"/>
              </a:rPr>
              <a:t>UNIVERSITY OF  </a:t>
            </a:r>
            <a:endParaRPr b="0" lang="en-GB" sz="2800" spc="-1" strike="noStrike">
              <a:latin typeface="Arial"/>
            </a:endParaRPr>
          </a:p>
          <a:p>
            <a:pPr algn="ctr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03864"/>
                </a:solidFill>
                <a:latin typeface="Times New Roman"/>
              </a:rPr>
              <a:t>DEPARTMENT OF </a:t>
            </a:r>
            <a:endParaRPr b="0" lang="en-GB" sz="1400" spc="-1" strike="noStrike">
              <a:latin typeface="Arial"/>
            </a:endParaRPr>
          </a:p>
        </p:txBody>
      </p:sp>
      <p:sp>
        <p:nvSpPr>
          <p:cNvPr id="54" name="Subtitle 2"/>
          <p:cNvSpPr/>
          <p:nvPr/>
        </p:nvSpPr>
        <p:spPr>
          <a:xfrm>
            <a:off x="3260880" y="2770200"/>
            <a:ext cx="566640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i="1" lang="en-US" sz="2000" spc="-1" strike="noStrike">
                <a:solidFill>
                  <a:srgbClr val="ff5050"/>
                </a:solidFill>
                <a:latin typeface="Times New Roman"/>
              </a:rPr>
              <a:t>Presentation on the subject: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55" name="Rectangle 10"/>
          <p:cNvSpPr/>
          <p:nvPr/>
        </p:nvSpPr>
        <p:spPr>
          <a:xfrm>
            <a:off x="1800" y="2896560"/>
            <a:ext cx="219600" cy="11980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325490"/>
            </a:solidFill>
          </a:ln>
          <a:scene3d>
            <a:camera prst="orthographicFront"/>
            <a:lightRig dir="t" rig="threeP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6" name="Rectangle 11"/>
          <p:cNvSpPr/>
          <p:nvPr/>
        </p:nvSpPr>
        <p:spPr>
          <a:xfrm>
            <a:off x="0" y="1707480"/>
            <a:ext cx="219600" cy="11980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325490"/>
            </a:solidFill>
          </a:ln>
          <a:scene3d>
            <a:camera prst="orthographicFront"/>
            <a:lightRig dir="t" rig="threeP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7" name="Rectangle 12"/>
          <p:cNvSpPr/>
          <p:nvPr/>
        </p:nvSpPr>
        <p:spPr>
          <a:xfrm>
            <a:off x="0" y="4085640"/>
            <a:ext cx="219600" cy="11980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325490"/>
            </a:solidFill>
          </a:ln>
          <a:scene3d>
            <a:camera prst="orthographicFront"/>
            <a:lightRig dir="t" rig="threeP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8" name="Action Button: Blank 13">
            <a:hlinkClick r:id="" action="ppaction://hlinkshowjump?jump=previousslide"/>
          </p:cNvPr>
          <p:cNvSpPr/>
          <p:nvPr/>
        </p:nvSpPr>
        <p:spPr>
          <a:xfrm>
            <a:off x="0" y="1706040"/>
            <a:ext cx="228240" cy="117648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9" name="Action Button: Blank 17">
            <a:hlinkClick r:id="" action="ppaction://hlinkshowjump?jump=nextslide"/>
          </p:cNvPr>
          <p:cNvSpPr/>
          <p:nvPr/>
        </p:nvSpPr>
        <p:spPr>
          <a:xfrm>
            <a:off x="-8640" y="4085640"/>
            <a:ext cx="228240" cy="117648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0" name="Rectangle 22"/>
          <p:cNvSpPr/>
          <p:nvPr/>
        </p:nvSpPr>
        <p:spPr>
          <a:xfrm>
            <a:off x="-3600" y="6528240"/>
            <a:ext cx="12195000" cy="324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325490"/>
            </a:solidFill>
          </a:ln>
          <a:scene3d>
            <a:camera prst="orthographicFront"/>
            <a:lightRig dir="t" rig="threeP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1" name="PlaceHolder 1"/>
          <p:cNvSpPr>
            <a:spLocks noGrp="1"/>
          </p:cNvSpPr>
          <p:nvPr>
            <p:ph type="sldNum" idx="7"/>
          </p:nvPr>
        </p:nvSpPr>
        <p:spPr>
          <a:xfrm>
            <a:off x="11046960" y="6492960"/>
            <a:ext cx="1103400" cy="3243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24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1" lang="en-US" sz="1800" spc="-1" strike="noStrike">
                <a:solidFill>
                  <a:srgbClr val="ffffff"/>
                </a:solidFill>
                <a:latin typeface="Times New Roman"/>
              </a:rPr>
              <a:t>p. </a:t>
            </a:r>
            <a:fld id="{665EEB1B-A0AF-428C-9FB1-464827FD68C7}" type="slidenum">
              <a:rPr b="1" lang="en-US" sz="1800" spc="-1" strike="noStrike">
                <a:solidFill>
                  <a:srgbClr val="ffffff"/>
                </a:solidFill>
                <a:latin typeface="Times New Roman"/>
              </a:rPr>
              <a:t>1</a:t>
            </a:fld>
            <a:r>
              <a:rPr b="1" lang="en-US" sz="1800" spc="-1" strike="noStrike">
                <a:solidFill>
                  <a:srgbClr val="ffffff"/>
                </a:solidFill>
                <a:latin typeface="Times New Roman"/>
              </a:rPr>
              <a:t> / 15</a:t>
            </a:r>
            <a:endParaRPr b="0" lang="en-GB" sz="1800" spc="-1" strike="noStrike">
              <a:latin typeface="Times New Roman"/>
            </a:endParaRPr>
          </a:p>
        </p:txBody>
      </p:sp>
      <p:sp>
        <p:nvSpPr>
          <p:cNvPr id="62" name="Subtitle 2"/>
          <p:cNvSpPr/>
          <p:nvPr/>
        </p:nvSpPr>
        <p:spPr>
          <a:xfrm>
            <a:off x="9154800" y="6544800"/>
            <a:ext cx="1987200" cy="3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7000"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fld id="{45A38C81-84F3-497D-8709-B9248C49671D}" type="datetime3">
              <a:rPr b="1" lang="en-US" sz="1800" spc="-1" strike="noStrike">
                <a:solidFill>
                  <a:srgbClr val="ffffff"/>
                </a:solidFill>
                <a:latin typeface="Times New Roman"/>
              </a:rPr>
              <a:t>January 18, 2026</a:t>
            </a:fld>
            <a:endParaRPr b="0" lang="en-GB" sz="1800" spc="-1" strike="noStrike">
              <a:latin typeface="Arial"/>
            </a:endParaRPr>
          </a:p>
        </p:txBody>
      </p:sp>
      <p:sp>
        <p:nvSpPr>
          <p:cNvPr id="63" name="TextBox 26"/>
          <p:cNvSpPr/>
          <p:nvPr/>
        </p:nvSpPr>
        <p:spPr>
          <a:xfrm>
            <a:off x="3219480" y="6499080"/>
            <a:ext cx="5748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Times New Roman"/>
              </a:rPr>
              <a:t>P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64" name="TextBox 27"/>
          <p:cNvSpPr/>
          <p:nvPr/>
        </p:nvSpPr>
        <p:spPr>
          <a:xfrm>
            <a:off x="324000" y="6492960"/>
            <a:ext cx="1897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Times New Roman"/>
              </a:rPr>
              <a:t>S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65" name="Subtitle 2"/>
          <p:cNvSpPr/>
          <p:nvPr/>
        </p:nvSpPr>
        <p:spPr>
          <a:xfrm>
            <a:off x="11046960" y="6505920"/>
            <a:ext cx="1911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Times New Roman"/>
              </a:rPr>
              <a:t>|</a:t>
            </a:r>
            <a:endParaRPr b="0" lang="en-GB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753840" y="308880"/>
            <a:ext cx="11437920" cy="455400"/>
          </a:xfrm>
          <a:prstGeom prst="rect">
            <a:avLst/>
          </a:prstGeom>
          <a:solidFill>
            <a:srgbClr val="1f4e79"/>
          </a:solidFill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imes New Roman"/>
              </a:rPr>
              <a:t>Plan</a:t>
            </a:r>
            <a:endParaRPr b="0" lang="en-GB" sz="2400" spc="-1" strike="noStrike">
              <a:latin typeface="Arial"/>
            </a:endParaRPr>
          </a:p>
        </p:txBody>
      </p:sp>
      <p:sp>
        <p:nvSpPr>
          <p:cNvPr id="67" name="Subtitle 2"/>
          <p:cNvSpPr/>
          <p:nvPr/>
        </p:nvSpPr>
        <p:spPr>
          <a:xfrm>
            <a:off x="2547720" y="1943640"/>
            <a:ext cx="264600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E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68" name="Oval 28"/>
          <p:cNvSpPr/>
          <p:nvPr/>
        </p:nvSpPr>
        <p:spPr>
          <a:xfrm>
            <a:off x="1785960" y="1903320"/>
            <a:ext cx="476280" cy="455400"/>
          </a:xfrm>
          <a:prstGeom prst="ellipse">
            <a:avLst/>
          </a:prstGeom>
          <a:solidFill>
            <a:srgbClr val="4472c4"/>
          </a:solidFill>
          <a:ln>
            <a:solidFill>
              <a:srgbClr val="4472c4"/>
            </a:solidFill>
          </a:ln>
          <a:scene3d>
            <a:camera prst="orthographicFront"/>
            <a:lightRig dir="t" rig="threeP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69" name="Oval 29"/>
          <p:cNvSpPr/>
          <p:nvPr/>
        </p:nvSpPr>
        <p:spPr>
          <a:xfrm>
            <a:off x="1785960" y="2733120"/>
            <a:ext cx="476280" cy="4554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rgbClr val="4472c4"/>
            </a:solidFill>
          </a:ln>
          <a:scene3d>
            <a:camera prst="orthographicFront"/>
            <a:lightRig dir="t" rig="threeP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70" name="Oval 31"/>
          <p:cNvSpPr/>
          <p:nvPr/>
        </p:nvSpPr>
        <p:spPr>
          <a:xfrm>
            <a:off x="1778760" y="3648600"/>
            <a:ext cx="476280" cy="4554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rgbClr val="4472c4"/>
            </a:solidFill>
          </a:ln>
          <a:scene3d>
            <a:camera prst="orthographicFront"/>
            <a:lightRig dir="t" rig="threeP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71" name="Oval 32"/>
          <p:cNvSpPr/>
          <p:nvPr/>
        </p:nvSpPr>
        <p:spPr>
          <a:xfrm>
            <a:off x="1778760" y="4498920"/>
            <a:ext cx="476280" cy="4554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rgbClr val="4472c4"/>
            </a:solidFill>
          </a:ln>
          <a:scene3d>
            <a:camera prst="orthographicFront"/>
            <a:lightRig dir="t" rig="threeP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72" name="Rectangle 9"/>
          <p:cNvSpPr/>
          <p:nvPr/>
        </p:nvSpPr>
        <p:spPr>
          <a:xfrm>
            <a:off x="-3600" y="308880"/>
            <a:ext cx="756720" cy="4554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scene3d>
            <a:camera prst="orthographicFront"/>
            <a:lightRig dir="t" rig="threeP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3" name="Action Button: Blank 7">
            <a:hlinkClick r:id="rId1" action="ppaction://hlinksldjump"/>
          </p:cNvPr>
          <p:cNvSpPr/>
          <p:nvPr/>
        </p:nvSpPr>
        <p:spPr>
          <a:xfrm>
            <a:off x="1870560" y="1989360"/>
            <a:ext cx="293040" cy="28332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4" name="Action Button: Blank 8">
            <a:hlinkClick r:id="rId2" action="ppaction://hlinksldjump"/>
          </p:cNvPr>
          <p:cNvSpPr/>
          <p:nvPr/>
        </p:nvSpPr>
        <p:spPr>
          <a:xfrm>
            <a:off x="1870560" y="2793600"/>
            <a:ext cx="293040" cy="28332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5" name="Action Button: Blank 16">
            <a:hlinkClick r:id="rId3" action="ppaction://hlinksldjump"/>
          </p:cNvPr>
          <p:cNvSpPr/>
          <p:nvPr/>
        </p:nvSpPr>
        <p:spPr>
          <a:xfrm>
            <a:off x="1870560" y="3717720"/>
            <a:ext cx="293040" cy="28332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6" name="Action Button: Blank 17">
            <a:hlinkClick r:id="rId4" action="ppaction://hlinksldjump"/>
          </p:cNvPr>
          <p:cNvSpPr/>
          <p:nvPr/>
        </p:nvSpPr>
        <p:spPr>
          <a:xfrm>
            <a:off x="1870560" y="4593240"/>
            <a:ext cx="293040" cy="28332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7" name="Subtitle 2"/>
          <p:cNvSpPr/>
          <p:nvPr/>
        </p:nvSpPr>
        <p:spPr>
          <a:xfrm>
            <a:off x="2547720" y="2773440"/>
            <a:ext cx="264600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P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78" name="Subtitle 2"/>
          <p:cNvSpPr/>
          <p:nvPr/>
        </p:nvSpPr>
        <p:spPr>
          <a:xfrm>
            <a:off x="2547720" y="3700800"/>
            <a:ext cx="2646000" cy="35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P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79" name="Subtitle 2"/>
          <p:cNvSpPr/>
          <p:nvPr/>
        </p:nvSpPr>
        <p:spPr>
          <a:xfrm>
            <a:off x="2547720" y="4552560"/>
            <a:ext cx="2646000" cy="35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C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80" name="Rectangle 39"/>
          <p:cNvSpPr/>
          <p:nvPr/>
        </p:nvSpPr>
        <p:spPr>
          <a:xfrm>
            <a:off x="1800" y="2896560"/>
            <a:ext cx="219600" cy="11980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325490"/>
            </a:solidFill>
          </a:ln>
          <a:scene3d>
            <a:camera prst="orthographicFront"/>
            <a:lightRig dir="t" rig="threeP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1" name="Rectangle 40"/>
          <p:cNvSpPr/>
          <p:nvPr/>
        </p:nvSpPr>
        <p:spPr>
          <a:xfrm>
            <a:off x="0" y="1707480"/>
            <a:ext cx="219600" cy="11980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325490"/>
            </a:solidFill>
          </a:ln>
          <a:scene3d>
            <a:camera prst="orthographicFront"/>
            <a:lightRig dir="t" rig="threeP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2" name="Rectangle 41"/>
          <p:cNvSpPr/>
          <p:nvPr/>
        </p:nvSpPr>
        <p:spPr>
          <a:xfrm>
            <a:off x="0" y="4085640"/>
            <a:ext cx="219600" cy="11980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325490"/>
            </a:solidFill>
          </a:ln>
          <a:scene3d>
            <a:camera prst="orthographicFront"/>
            <a:lightRig dir="t" rig="threeP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3" name="Action Button: Blank 42">
            <a:hlinkClick r:id="" action="ppaction://hlinkshowjump?jump=previousslide"/>
          </p:cNvPr>
          <p:cNvSpPr/>
          <p:nvPr/>
        </p:nvSpPr>
        <p:spPr>
          <a:xfrm>
            <a:off x="0" y="1706040"/>
            <a:ext cx="228240" cy="117648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4" name="Action Button: Blank 43">
            <a:hlinkClick r:id="" action="ppaction://hlinkshowjump?jump=nextslide"/>
          </p:cNvPr>
          <p:cNvSpPr/>
          <p:nvPr/>
        </p:nvSpPr>
        <p:spPr>
          <a:xfrm>
            <a:off x="-8640" y="4085640"/>
            <a:ext cx="228240" cy="117648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5" name="Rectangle 1"/>
          <p:cNvSpPr/>
          <p:nvPr/>
        </p:nvSpPr>
        <p:spPr>
          <a:xfrm>
            <a:off x="-3600" y="6689880"/>
            <a:ext cx="12195000" cy="324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325490"/>
            </a:solidFill>
          </a:ln>
          <a:scene3d>
            <a:camera prst="orthographicFront"/>
            <a:lightRig dir="t" rig="threeP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6" name="Slide Number Placeholder 1"/>
          <p:cNvSpPr txBox="1"/>
          <p:nvPr/>
        </p:nvSpPr>
        <p:spPr>
          <a:xfrm>
            <a:off x="11046960" y="6654600"/>
            <a:ext cx="1103400" cy="3243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1" lang="en-US" sz="1800" spc="-1" strike="noStrike">
                <a:solidFill>
                  <a:srgbClr val="ffffff"/>
                </a:solidFill>
                <a:latin typeface="Times New Roman"/>
              </a:rPr>
              <a:t>p. </a:t>
            </a:r>
            <a:fld id="{231AB156-ECCC-40F0-9F4F-7304669458A2}" type="slidenum">
              <a:rPr b="1" lang="en-US" sz="1800" spc="-1" strike="noStrike">
                <a:solidFill>
                  <a:srgbClr val="ffffff"/>
                </a:solidFill>
                <a:latin typeface="Times New Roman"/>
              </a:rPr>
              <a:t>2</a:t>
            </a:fld>
            <a:r>
              <a:rPr b="1" lang="en-US" sz="1800" spc="-1" strike="noStrike">
                <a:solidFill>
                  <a:srgbClr val="ffffff"/>
                </a:solidFill>
                <a:latin typeface="Times New Roman"/>
              </a:rPr>
              <a:t> / 15</a:t>
            </a:r>
            <a:endParaRPr b="0" lang="en-GB" sz="1800" spc="-1" strike="noStrike">
              <a:latin typeface="Times New Roman"/>
            </a:endParaRPr>
          </a:p>
        </p:txBody>
      </p:sp>
      <p:sp>
        <p:nvSpPr>
          <p:cNvPr id="87" name="Subtitle 1"/>
          <p:cNvSpPr/>
          <p:nvPr/>
        </p:nvSpPr>
        <p:spPr>
          <a:xfrm>
            <a:off x="9154800" y="6706440"/>
            <a:ext cx="1987200" cy="3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7000"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fld id="{EBDA11A3-8D7A-4E02-87A3-15A2C64CE325}" type="datetime3">
              <a:rPr b="1" lang="en-US" sz="1800" spc="-1" strike="noStrike">
                <a:solidFill>
                  <a:srgbClr val="ffffff"/>
                </a:solidFill>
                <a:latin typeface="Times New Roman"/>
              </a:rPr>
              <a:t>January 18, 2026</a:t>
            </a:fld>
            <a:endParaRPr b="0" lang="en-GB" sz="1800" spc="-1" strike="noStrike">
              <a:latin typeface="Arial"/>
            </a:endParaRPr>
          </a:p>
        </p:txBody>
      </p:sp>
      <p:sp>
        <p:nvSpPr>
          <p:cNvPr id="88" name="TextBox 1"/>
          <p:cNvSpPr/>
          <p:nvPr/>
        </p:nvSpPr>
        <p:spPr>
          <a:xfrm>
            <a:off x="3219480" y="6660720"/>
            <a:ext cx="5748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Times New Roman"/>
              </a:rPr>
              <a:t>P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89" name="TextBox 2"/>
          <p:cNvSpPr/>
          <p:nvPr/>
        </p:nvSpPr>
        <p:spPr>
          <a:xfrm>
            <a:off x="324000" y="6654600"/>
            <a:ext cx="1897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Times New Roman"/>
              </a:rPr>
              <a:t>S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90" name="Subtitle 3"/>
          <p:cNvSpPr/>
          <p:nvPr/>
        </p:nvSpPr>
        <p:spPr>
          <a:xfrm>
            <a:off x="11046960" y="6667560"/>
            <a:ext cx="1911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Times New Roman"/>
              </a:rPr>
              <a:t>|</a:t>
            </a:r>
            <a:endParaRPr b="0" lang="en-GB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ubTitle"/>
          </p:nvPr>
        </p:nvSpPr>
        <p:spPr>
          <a:xfrm>
            <a:off x="753840" y="308880"/>
            <a:ext cx="11437920" cy="455400"/>
          </a:xfrm>
          <a:prstGeom prst="rect">
            <a:avLst/>
          </a:prstGeom>
          <a:solidFill>
            <a:srgbClr val="1f4e79"/>
          </a:solidFill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imes New Roman"/>
              </a:rPr>
              <a:t>Plan</a:t>
            </a:r>
            <a:endParaRPr b="0" lang="en-GB" sz="2400" spc="-1" strike="noStrike">
              <a:latin typeface="Arial"/>
            </a:endParaRPr>
          </a:p>
        </p:txBody>
      </p:sp>
      <p:sp>
        <p:nvSpPr>
          <p:cNvPr id="92" name="Rectangle 9"/>
          <p:cNvSpPr/>
          <p:nvPr/>
        </p:nvSpPr>
        <p:spPr>
          <a:xfrm>
            <a:off x="-3600" y="308880"/>
            <a:ext cx="756720" cy="4554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scene3d>
            <a:camera prst="orthographicFront"/>
            <a:lightRig dir="t" rig="threeP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3" name="Rectangle 39"/>
          <p:cNvSpPr/>
          <p:nvPr/>
        </p:nvSpPr>
        <p:spPr>
          <a:xfrm>
            <a:off x="1800" y="2896560"/>
            <a:ext cx="219600" cy="11980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325490"/>
            </a:solidFill>
          </a:ln>
          <a:scene3d>
            <a:camera prst="orthographicFront"/>
            <a:lightRig dir="t" rig="threeP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4" name="Rectangle 40"/>
          <p:cNvSpPr/>
          <p:nvPr/>
        </p:nvSpPr>
        <p:spPr>
          <a:xfrm>
            <a:off x="0" y="1707480"/>
            <a:ext cx="219600" cy="11980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325490"/>
            </a:solidFill>
          </a:ln>
          <a:scene3d>
            <a:camera prst="orthographicFront"/>
            <a:lightRig dir="t" rig="threeP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5" name="Rectangle 41"/>
          <p:cNvSpPr/>
          <p:nvPr/>
        </p:nvSpPr>
        <p:spPr>
          <a:xfrm>
            <a:off x="0" y="4085640"/>
            <a:ext cx="219600" cy="11980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325490"/>
            </a:solidFill>
          </a:ln>
          <a:scene3d>
            <a:camera prst="orthographicFront"/>
            <a:lightRig dir="t" rig="threeP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6" name="Action Button: Blank 42">
            <a:hlinkClick r:id="" action="ppaction://hlinkshowjump?jump=previousslide"/>
          </p:cNvPr>
          <p:cNvSpPr/>
          <p:nvPr/>
        </p:nvSpPr>
        <p:spPr>
          <a:xfrm>
            <a:off x="0" y="1706040"/>
            <a:ext cx="228240" cy="117648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7" name="Action Button: Blank 43">
            <a:hlinkClick r:id="" action="ppaction://hlinkshowjump?jump=nextslide"/>
          </p:cNvPr>
          <p:cNvSpPr/>
          <p:nvPr/>
        </p:nvSpPr>
        <p:spPr>
          <a:xfrm>
            <a:off x="-8640" y="4085640"/>
            <a:ext cx="228240" cy="117648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8" name="Subtitle 2"/>
          <p:cNvSpPr/>
          <p:nvPr/>
        </p:nvSpPr>
        <p:spPr>
          <a:xfrm>
            <a:off x="2547720" y="1943640"/>
            <a:ext cx="264600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E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99" name="Oval 8"/>
          <p:cNvSpPr/>
          <p:nvPr/>
        </p:nvSpPr>
        <p:spPr>
          <a:xfrm>
            <a:off x="1785960" y="1903320"/>
            <a:ext cx="476280" cy="455400"/>
          </a:xfrm>
          <a:prstGeom prst="ellipse">
            <a:avLst/>
          </a:prstGeom>
          <a:solidFill>
            <a:srgbClr val="4472c4"/>
          </a:solidFill>
          <a:ln>
            <a:solidFill>
              <a:srgbClr val="4472c4"/>
            </a:solidFill>
          </a:ln>
          <a:scene3d>
            <a:camera prst="orthographicFront"/>
            <a:lightRig dir="t" rig="threeP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00" name="Oval 10"/>
          <p:cNvSpPr/>
          <p:nvPr/>
        </p:nvSpPr>
        <p:spPr>
          <a:xfrm>
            <a:off x="1785960" y="2733120"/>
            <a:ext cx="476280" cy="4554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44546a">
                <a:lumMod val="20000"/>
                <a:lumOff val="80000"/>
              </a:srgbClr>
            </a:solidFill>
          </a:ln>
          <a:scene3d>
            <a:camera prst="orthographicFront"/>
            <a:lightRig dir="t" rig="threeP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01" name="Oval 11"/>
          <p:cNvSpPr/>
          <p:nvPr/>
        </p:nvSpPr>
        <p:spPr>
          <a:xfrm>
            <a:off x="1778760" y="3648600"/>
            <a:ext cx="476280" cy="4554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44546a">
                <a:lumMod val="20000"/>
                <a:lumOff val="80000"/>
              </a:srgbClr>
            </a:solidFill>
          </a:ln>
          <a:scene3d>
            <a:camera prst="orthographicFront"/>
            <a:lightRig dir="t" rig="threeP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02" name="Oval 15"/>
          <p:cNvSpPr/>
          <p:nvPr/>
        </p:nvSpPr>
        <p:spPr>
          <a:xfrm>
            <a:off x="1778760" y="4498920"/>
            <a:ext cx="476280" cy="4554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44546a">
                <a:lumMod val="20000"/>
                <a:lumOff val="80000"/>
              </a:srgbClr>
            </a:solidFill>
          </a:ln>
          <a:scene3d>
            <a:camera prst="orthographicFront"/>
            <a:lightRig dir="t" rig="threeP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03" name="Action Button: Blank 16">
            <a:hlinkClick r:id="rId1" action="ppaction://hlinksldjump"/>
          </p:cNvPr>
          <p:cNvSpPr/>
          <p:nvPr/>
        </p:nvSpPr>
        <p:spPr>
          <a:xfrm>
            <a:off x="1870560" y="1989360"/>
            <a:ext cx="293040" cy="28332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4" name="Action Button: Blank 17">
            <a:hlinkClick r:id="rId2" action="ppaction://hlinksldjump"/>
          </p:cNvPr>
          <p:cNvSpPr/>
          <p:nvPr/>
        </p:nvSpPr>
        <p:spPr>
          <a:xfrm>
            <a:off x="1870560" y="2793600"/>
            <a:ext cx="293040" cy="28332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5" name="Action Button: Blank 20">
            <a:hlinkClick r:id="rId3" action="ppaction://hlinksldjump"/>
          </p:cNvPr>
          <p:cNvSpPr/>
          <p:nvPr/>
        </p:nvSpPr>
        <p:spPr>
          <a:xfrm>
            <a:off x="1870560" y="3717720"/>
            <a:ext cx="293040" cy="28332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6" name="Action Button: Blank 21">
            <a:hlinkClick r:id="rId4" action="ppaction://hlinksldjump"/>
          </p:cNvPr>
          <p:cNvSpPr/>
          <p:nvPr/>
        </p:nvSpPr>
        <p:spPr>
          <a:xfrm>
            <a:off x="1870560" y="4593240"/>
            <a:ext cx="293040" cy="28332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7" name="Subtitle 2"/>
          <p:cNvSpPr/>
          <p:nvPr/>
        </p:nvSpPr>
        <p:spPr>
          <a:xfrm>
            <a:off x="2547720" y="2773440"/>
            <a:ext cx="264600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6dce5"/>
                </a:solidFill>
                <a:latin typeface="Times New Roman"/>
              </a:rPr>
              <a:t>P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08" name="Subtitle 2"/>
          <p:cNvSpPr/>
          <p:nvPr/>
        </p:nvSpPr>
        <p:spPr>
          <a:xfrm>
            <a:off x="2547720" y="3700800"/>
            <a:ext cx="2646000" cy="35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6dce5"/>
                </a:solidFill>
                <a:latin typeface="Times New Roman"/>
              </a:rPr>
              <a:t>P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09" name="Subtitle 2"/>
          <p:cNvSpPr/>
          <p:nvPr/>
        </p:nvSpPr>
        <p:spPr>
          <a:xfrm>
            <a:off x="2547720" y="4552560"/>
            <a:ext cx="2646000" cy="35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d6dce5"/>
                </a:solidFill>
                <a:latin typeface="Times New Roman"/>
              </a:rPr>
              <a:t>C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10" name="Rectangle 2"/>
          <p:cNvSpPr/>
          <p:nvPr/>
        </p:nvSpPr>
        <p:spPr>
          <a:xfrm>
            <a:off x="-3600" y="6689880"/>
            <a:ext cx="12195000" cy="324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325490"/>
            </a:solidFill>
          </a:ln>
          <a:scene3d>
            <a:camera prst="orthographicFront"/>
            <a:lightRig dir="t" rig="threeP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1" name="Slide Number Placeholder 5"/>
          <p:cNvSpPr txBox="1"/>
          <p:nvPr/>
        </p:nvSpPr>
        <p:spPr>
          <a:xfrm>
            <a:off x="11046960" y="6654600"/>
            <a:ext cx="1103400" cy="3243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1" lang="en-US" sz="1800" spc="-1" strike="noStrike">
                <a:solidFill>
                  <a:srgbClr val="ffffff"/>
                </a:solidFill>
                <a:latin typeface="Times New Roman"/>
              </a:rPr>
              <a:t>p. </a:t>
            </a:r>
            <a:fld id="{55C0AE2E-52E2-40D0-9263-31004083C72D}" type="slidenum">
              <a:rPr b="1" lang="en-US" sz="1800" spc="-1" strike="noStrike">
                <a:solidFill>
                  <a:srgbClr val="ffffff"/>
                </a:solidFill>
                <a:latin typeface="Times New Roman"/>
              </a:rPr>
              <a:t>&lt;number&gt;</a:t>
            </a:fld>
            <a:r>
              <a:rPr b="1" lang="en-US" sz="1800" spc="-1" strike="noStrike">
                <a:solidFill>
                  <a:srgbClr val="ffffff"/>
                </a:solidFill>
                <a:latin typeface="Times New Roman"/>
              </a:rPr>
              <a:t> / 15</a:t>
            </a:r>
            <a:endParaRPr b="0" lang="en-GB" sz="1800" spc="-1" strike="noStrike">
              <a:latin typeface="Times New Roman"/>
            </a:endParaRPr>
          </a:p>
        </p:txBody>
      </p:sp>
      <p:sp>
        <p:nvSpPr>
          <p:cNvPr id="112" name="Subtitle 4"/>
          <p:cNvSpPr/>
          <p:nvPr/>
        </p:nvSpPr>
        <p:spPr>
          <a:xfrm>
            <a:off x="9154800" y="6706440"/>
            <a:ext cx="1987200" cy="3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7000"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fld id="{F5638D03-127F-4125-A1C5-1A15776FB53A}" type="datetime3">
              <a:rPr b="1" lang="en-US" sz="1800" spc="-1" strike="noStrike">
                <a:solidFill>
                  <a:srgbClr val="ffffff"/>
                </a:solidFill>
                <a:latin typeface="Times New Roman"/>
              </a:rPr>
              <a:t>January 18, 2026</a:t>
            </a:fld>
            <a:endParaRPr b="0" lang="en-GB" sz="1800" spc="-1" strike="noStrike">
              <a:latin typeface="Arial"/>
            </a:endParaRPr>
          </a:p>
        </p:txBody>
      </p:sp>
      <p:sp>
        <p:nvSpPr>
          <p:cNvPr id="113" name="TextBox 3"/>
          <p:cNvSpPr/>
          <p:nvPr/>
        </p:nvSpPr>
        <p:spPr>
          <a:xfrm>
            <a:off x="3219480" y="6660720"/>
            <a:ext cx="5748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Times New Roman"/>
              </a:rPr>
              <a:t>P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14" name="TextBox 4"/>
          <p:cNvSpPr/>
          <p:nvPr/>
        </p:nvSpPr>
        <p:spPr>
          <a:xfrm>
            <a:off x="324000" y="6654600"/>
            <a:ext cx="1897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Times New Roman"/>
              </a:rPr>
              <a:t>S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15" name="Subtitle 5"/>
          <p:cNvSpPr/>
          <p:nvPr/>
        </p:nvSpPr>
        <p:spPr>
          <a:xfrm>
            <a:off x="11046960" y="6667560"/>
            <a:ext cx="1911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Times New Roman"/>
              </a:rPr>
              <a:t>|</a:t>
            </a:r>
            <a:endParaRPr b="0" lang="en-GB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ubTitle"/>
          </p:nvPr>
        </p:nvSpPr>
        <p:spPr>
          <a:xfrm>
            <a:off x="753840" y="308880"/>
            <a:ext cx="11437920" cy="455400"/>
          </a:xfrm>
          <a:prstGeom prst="rect">
            <a:avLst/>
          </a:prstGeom>
          <a:solidFill>
            <a:srgbClr val="1f4e79"/>
          </a:solidFill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imes New Roman"/>
              </a:rPr>
              <a:t>E</a:t>
            </a:r>
            <a:endParaRPr b="0" lang="en-GB" sz="2400" spc="-1" strike="noStrike">
              <a:latin typeface="Arial"/>
            </a:endParaRPr>
          </a:p>
        </p:txBody>
      </p:sp>
      <p:sp>
        <p:nvSpPr>
          <p:cNvPr id="117" name="Rectangle 4"/>
          <p:cNvSpPr/>
          <p:nvPr/>
        </p:nvSpPr>
        <p:spPr>
          <a:xfrm>
            <a:off x="-3600" y="308880"/>
            <a:ext cx="756720" cy="4554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scene3d>
            <a:camera prst="orthographicFront"/>
            <a:lightRig dir="t" rig="threeP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8" name="Oval 10"/>
          <p:cNvSpPr/>
          <p:nvPr/>
        </p:nvSpPr>
        <p:spPr>
          <a:xfrm>
            <a:off x="191880" y="340200"/>
            <a:ext cx="366480" cy="374040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algn="ctr" blurRad="44280" dir="5400000" dist="28080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dir="t" rig="balanced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GB" sz="2400" spc="-1" strike="noStrike">
              <a:latin typeface="Arial"/>
            </a:endParaRPr>
          </a:p>
        </p:txBody>
      </p:sp>
      <p:sp>
        <p:nvSpPr>
          <p:cNvPr id="119" name="Action Button: Blank 20">
            <a:hlinkClick r:id="rId1" action="ppaction://hlinksldjump"/>
          </p:cNvPr>
          <p:cNvSpPr/>
          <p:nvPr/>
        </p:nvSpPr>
        <p:spPr>
          <a:xfrm>
            <a:off x="228600" y="385920"/>
            <a:ext cx="293040" cy="28332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0" name="Rectangle 36"/>
          <p:cNvSpPr/>
          <p:nvPr/>
        </p:nvSpPr>
        <p:spPr>
          <a:xfrm>
            <a:off x="1800" y="2896560"/>
            <a:ext cx="219600" cy="11980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325490"/>
            </a:solidFill>
          </a:ln>
          <a:scene3d>
            <a:camera prst="orthographicFront"/>
            <a:lightRig dir="t" rig="threeP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1" name="Rectangle 37"/>
          <p:cNvSpPr/>
          <p:nvPr/>
        </p:nvSpPr>
        <p:spPr>
          <a:xfrm>
            <a:off x="0" y="1707480"/>
            <a:ext cx="219600" cy="11980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325490"/>
            </a:solidFill>
          </a:ln>
          <a:scene3d>
            <a:camera prst="orthographicFront"/>
            <a:lightRig dir="t" rig="threeP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2" name="Rectangle 38"/>
          <p:cNvSpPr/>
          <p:nvPr/>
        </p:nvSpPr>
        <p:spPr>
          <a:xfrm>
            <a:off x="0" y="4085640"/>
            <a:ext cx="219600" cy="11980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325490"/>
            </a:solidFill>
          </a:ln>
          <a:scene3d>
            <a:camera prst="orthographicFront"/>
            <a:lightRig dir="t" rig="threeP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3" name="Action Button: Blank 39">
            <a:hlinkClick r:id="" action="ppaction://hlinkshowjump?jump=previousslide"/>
          </p:cNvPr>
          <p:cNvSpPr/>
          <p:nvPr/>
        </p:nvSpPr>
        <p:spPr>
          <a:xfrm>
            <a:off x="0" y="1706040"/>
            <a:ext cx="228240" cy="117648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4" name="Action Button: Blank 40">
            <a:hlinkClick r:id="" action="ppaction://hlinkshowjump?jump=nextslide"/>
          </p:cNvPr>
          <p:cNvSpPr/>
          <p:nvPr/>
        </p:nvSpPr>
        <p:spPr>
          <a:xfrm>
            <a:off x="-8640" y="4085640"/>
            <a:ext cx="228240" cy="117648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5" name="Subtitle 2"/>
          <p:cNvSpPr/>
          <p:nvPr/>
        </p:nvSpPr>
        <p:spPr>
          <a:xfrm>
            <a:off x="748440" y="1191240"/>
            <a:ext cx="11116440" cy="189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noFill/>
          </a:ln>
          <a:scene3d>
            <a:camera prst="orthographicFront"/>
            <a:lightRig dir="t" rig="threePt"/>
          </a:scene3d>
          <a:sp3d>
            <a:bevelT prst="coolSlant" w="165100"/>
          </a:sp3d>
        </p:spPr>
        <p:style>
          <a:lnRef idx="0"/>
          <a:fillRef idx="0"/>
          <a:effectRef idx="0"/>
          <a:fontRef idx="minor"/>
        </p:style>
      </p:sp>
      <p:sp>
        <p:nvSpPr>
          <p:cNvPr id="126" name="Rectangle: Top Corners Rounded 5"/>
          <p:cNvSpPr/>
          <p:nvPr/>
        </p:nvSpPr>
        <p:spPr>
          <a:xfrm>
            <a:off x="743040" y="951840"/>
            <a:ext cx="11121840" cy="44352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dir="t" rig="threePt"/>
          </a:scene3d>
          <a:sp3d>
            <a:bevelT prst="riblet" w="1016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Times New Roman"/>
              </a:rPr>
              <a:t>D:</a:t>
            </a:r>
            <a:endParaRPr b="0" lang="en-GB" sz="2400" spc="-1" strike="noStrike">
              <a:latin typeface="Arial"/>
            </a:endParaRPr>
          </a:p>
        </p:txBody>
      </p:sp>
      <p:sp>
        <p:nvSpPr>
          <p:cNvPr id="127" name="Subtitle 2"/>
          <p:cNvSpPr/>
          <p:nvPr/>
        </p:nvSpPr>
        <p:spPr>
          <a:xfrm>
            <a:off x="753840" y="3429000"/>
            <a:ext cx="11116440" cy="29275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0">
            <a:noFill/>
          </a:ln>
          <a:scene3d>
            <a:camera prst="orthographicFront"/>
            <a:lightRig dir="t" rig="threePt"/>
          </a:scene3d>
          <a:sp3d>
            <a:bevelT prst="coolSlant" w="165100"/>
          </a:sp3d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000" spc="-1" strike="noStrike">
              <a:latin typeface="Arial"/>
            </a:endParaRPr>
          </a:p>
          <a:p>
            <a:pPr marL="343080" indent="-343080" algn="just">
              <a:lnSpc>
                <a:spcPct val="90000"/>
              </a:lnSpc>
              <a:spcBef>
                <a:spcPts val="1001"/>
              </a:spcBef>
              <a:buClr>
                <a:srgbClr val="843c0b"/>
              </a:buClr>
              <a:buFont typeface="Arial"/>
              <a:buChar char="-"/>
              <a:tabLst>
                <a:tab algn="l" pos="0"/>
              </a:tabLst>
            </a:pPr>
            <a:r>
              <a:rPr b="0" lang="en-US" sz="2000" spc="-1" strike="noStrike">
                <a:solidFill>
                  <a:srgbClr val="843c0b"/>
                </a:solidFill>
                <a:latin typeface="Times New Roman"/>
              </a:rPr>
              <a:t>.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128" name="Rectangle: Top Corners Rounded 7"/>
          <p:cNvSpPr/>
          <p:nvPr/>
        </p:nvSpPr>
        <p:spPr>
          <a:xfrm>
            <a:off x="753840" y="3259800"/>
            <a:ext cx="11116440" cy="44532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2">
              <a:lumMod val="50000"/>
            </a:schemeClr>
          </a:solidFill>
          <a:ln>
            <a:noFill/>
          </a:ln>
          <a:scene3d>
            <a:camera prst="orthographicFront"/>
            <a:lightRig dir="t" rig="threePt"/>
          </a:scene3d>
          <a:sp3d>
            <a:bevelT prst="riblet" w="1016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Times New Roman"/>
              </a:rPr>
              <a:t>P</a:t>
            </a:r>
            <a:r>
              <a:rPr b="0" lang="en-US" sz="2000" spc="-1" strike="noStrike">
                <a:solidFill>
                  <a:srgbClr val="ffffff"/>
                </a:solidFill>
                <a:latin typeface="Times New Roman"/>
              </a:rPr>
              <a:t>: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129" name="Rectangle 3"/>
          <p:cNvSpPr/>
          <p:nvPr/>
        </p:nvSpPr>
        <p:spPr>
          <a:xfrm>
            <a:off x="-3600" y="6689880"/>
            <a:ext cx="12195000" cy="324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325490"/>
            </a:solidFill>
          </a:ln>
          <a:scene3d>
            <a:camera prst="orthographicFront"/>
            <a:lightRig dir="t" rig="threeP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0" name="Slide Number Placeholder 4"/>
          <p:cNvSpPr txBox="1"/>
          <p:nvPr/>
        </p:nvSpPr>
        <p:spPr>
          <a:xfrm>
            <a:off x="11046960" y="6654600"/>
            <a:ext cx="1103400" cy="3243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1" lang="en-US" sz="1800" spc="-1" strike="noStrike">
                <a:solidFill>
                  <a:srgbClr val="ffffff"/>
                </a:solidFill>
                <a:latin typeface="Times New Roman"/>
              </a:rPr>
              <a:t>p. </a:t>
            </a:r>
            <a:fld id="{4B454524-4492-4456-B3BE-471D5A864A12}" type="slidenum">
              <a:rPr b="1" lang="en-US" sz="1800" spc="-1" strike="noStrike">
                <a:solidFill>
                  <a:srgbClr val="ffffff"/>
                </a:solidFill>
                <a:latin typeface="Times New Roman"/>
              </a:rPr>
              <a:t>&lt;number&gt;</a:t>
            </a:fld>
            <a:r>
              <a:rPr b="1" lang="en-US" sz="1800" spc="-1" strike="noStrike">
                <a:solidFill>
                  <a:srgbClr val="ffffff"/>
                </a:solidFill>
                <a:latin typeface="Times New Roman"/>
              </a:rPr>
              <a:t> / 15</a:t>
            </a:r>
            <a:endParaRPr b="0" lang="en-GB" sz="1800" spc="-1" strike="noStrike">
              <a:latin typeface="Times New Roman"/>
            </a:endParaRPr>
          </a:p>
        </p:txBody>
      </p:sp>
      <p:sp>
        <p:nvSpPr>
          <p:cNvPr id="131" name="Subtitle 6"/>
          <p:cNvSpPr/>
          <p:nvPr/>
        </p:nvSpPr>
        <p:spPr>
          <a:xfrm>
            <a:off x="9154800" y="6706440"/>
            <a:ext cx="1987200" cy="3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7000"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fld id="{C83DFEC5-030F-4463-B84E-3B63CAE41570}" type="datetime3">
              <a:rPr b="1" lang="en-US" sz="1800" spc="-1" strike="noStrike">
                <a:solidFill>
                  <a:srgbClr val="ffffff"/>
                </a:solidFill>
                <a:latin typeface="Times New Roman"/>
              </a:rPr>
              <a:t>January 18, 2026</a:t>
            </a:fld>
            <a:endParaRPr b="0" lang="en-GB" sz="1800" spc="-1" strike="noStrike">
              <a:latin typeface="Arial"/>
            </a:endParaRPr>
          </a:p>
        </p:txBody>
      </p:sp>
      <p:sp>
        <p:nvSpPr>
          <p:cNvPr id="132" name="TextBox 5"/>
          <p:cNvSpPr/>
          <p:nvPr/>
        </p:nvSpPr>
        <p:spPr>
          <a:xfrm>
            <a:off x="3219480" y="6660720"/>
            <a:ext cx="5748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Times New Roman"/>
              </a:rPr>
              <a:t>P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33" name="TextBox 6"/>
          <p:cNvSpPr/>
          <p:nvPr/>
        </p:nvSpPr>
        <p:spPr>
          <a:xfrm>
            <a:off x="324000" y="6654600"/>
            <a:ext cx="1897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Times New Roman"/>
              </a:rPr>
              <a:t>S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34" name="Subtitle 7"/>
          <p:cNvSpPr/>
          <p:nvPr/>
        </p:nvSpPr>
        <p:spPr>
          <a:xfrm>
            <a:off x="11046960" y="6667560"/>
            <a:ext cx="1911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Times New Roman"/>
              </a:rPr>
              <a:t>|</a:t>
            </a:r>
            <a:endParaRPr b="0" lang="en-GB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5" dur="indefinite" restart="never" nodeType="tmRoot">
          <p:childTnLst>
            <p:seq>
              <p:cTn id="36" dur="indefinite" nodeType="mainSeq">
                <p:childTnLst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ubTitle"/>
          </p:nvPr>
        </p:nvSpPr>
        <p:spPr>
          <a:xfrm>
            <a:off x="-3600" y="167760"/>
            <a:ext cx="12195000" cy="1333080"/>
          </a:xfrm>
          <a:prstGeom prst="rect">
            <a:avLst/>
          </a:prstGeom>
          <a:solidFill>
            <a:srgbClr val="1f4e79"/>
          </a:solidFill>
          <a:ln w="0">
            <a:noFill/>
          </a:ln>
        </p:spPr>
        <p:txBody>
          <a:bodyPr anchor="t">
            <a:normAutofit/>
          </a:bodyPr>
          <a:p>
            <a:pPr algn="ct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7200" spc="-1" strike="noStrike">
                <a:solidFill>
                  <a:srgbClr val="ffffff"/>
                </a:solidFill>
                <a:latin typeface="Times New Roman"/>
              </a:rPr>
              <a:t>Q</a:t>
            </a:r>
            <a:endParaRPr b="0" lang="en-GB" sz="7200" spc="-1" strike="noStrike">
              <a:latin typeface="Arial"/>
            </a:endParaRPr>
          </a:p>
        </p:txBody>
      </p:sp>
      <p:sp>
        <p:nvSpPr>
          <p:cNvPr id="136" name="TextBox 8"/>
          <p:cNvSpPr/>
          <p:nvPr/>
        </p:nvSpPr>
        <p:spPr>
          <a:xfrm>
            <a:off x="1988280" y="3080160"/>
            <a:ext cx="790632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4800" spc="-1" strike="noStrike">
                <a:solidFill>
                  <a:srgbClr val="000000"/>
                </a:solidFill>
                <a:latin typeface="Calibri"/>
              </a:rPr>
              <a:t>Thanks for Your Attention</a:t>
            </a:r>
            <a:endParaRPr b="0" lang="en-GB" sz="4800" spc="-1" strike="noStrike">
              <a:latin typeface="Arial"/>
            </a:endParaRPr>
          </a:p>
        </p:txBody>
      </p:sp>
      <p:sp>
        <p:nvSpPr>
          <p:cNvPr id="137" name="Rectangle 9"/>
          <p:cNvSpPr/>
          <p:nvPr/>
        </p:nvSpPr>
        <p:spPr>
          <a:xfrm>
            <a:off x="1800" y="2896560"/>
            <a:ext cx="219600" cy="11980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325490"/>
            </a:solidFill>
          </a:ln>
          <a:scene3d>
            <a:camera prst="orthographicFront"/>
            <a:lightRig dir="t" rig="threeP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8" name="Rectangle 10"/>
          <p:cNvSpPr/>
          <p:nvPr/>
        </p:nvSpPr>
        <p:spPr>
          <a:xfrm>
            <a:off x="0" y="1707480"/>
            <a:ext cx="219600" cy="11980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325490"/>
            </a:solidFill>
          </a:ln>
          <a:scene3d>
            <a:camera prst="orthographicFront"/>
            <a:lightRig dir="t" rig="threeP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9" name="Rectangle 11"/>
          <p:cNvSpPr/>
          <p:nvPr/>
        </p:nvSpPr>
        <p:spPr>
          <a:xfrm>
            <a:off x="0" y="4085640"/>
            <a:ext cx="219600" cy="11980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325490"/>
            </a:solidFill>
          </a:ln>
          <a:scene3d>
            <a:camera prst="orthographicFront"/>
            <a:lightRig dir="t" rig="threeP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0" name="Action Button: Blank 12">
            <a:hlinkClick r:id="" action="ppaction://hlinkshowjump?jump=previousslide"/>
          </p:cNvPr>
          <p:cNvSpPr/>
          <p:nvPr/>
        </p:nvSpPr>
        <p:spPr>
          <a:xfrm>
            <a:off x="0" y="1706040"/>
            <a:ext cx="228240" cy="117648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1" name="Action Button: Blank 13">
            <a:hlinkClick r:id="" action="ppaction://hlinkshowjump?jump=nextslide"/>
          </p:cNvPr>
          <p:cNvSpPr/>
          <p:nvPr/>
        </p:nvSpPr>
        <p:spPr>
          <a:xfrm>
            <a:off x="-8640" y="4085640"/>
            <a:ext cx="228240" cy="117648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2" name="Rectangle 5"/>
          <p:cNvSpPr/>
          <p:nvPr/>
        </p:nvSpPr>
        <p:spPr>
          <a:xfrm>
            <a:off x="-3600" y="6689880"/>
            <a:ext cx="12195000" cy="324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325490"/>
            </a:solidFill>
          </a:ln>
          <a:scene3d>
            <a:camera prst="orthographicFront"/>
            <a:lightRig dir="t" rig="threeP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3" name="Slide Number Placeholder 2"/>
          <p:cNvSpPr txBox="1"/>
          <p:nvPr/>
        </p:nvSpPr>
        <p:spPr>
          <a:xfrm>
            <a:off x="11046960" y="6654600"/>
            <a:ext cx="1103400" cy="3243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1" lang="en-US" sz="1800" spc="-1" strike="noStrike">
                <a:solidFill>
                  <a:srgbClr val="ffffff"/>
                </a:solidFill>
                <a:latin typeface="Times New Roman"/>
              </a:rPr>
              <a:t>p. </a:t>
            </a:r>
            <a:fld id="{C04BBDB6-A03E-4FD7-B138-A931704AA00E}" type="slidenum">
              <a:rPr b="1" lang="en-US" sz="1800" spc="-1" strike="noStrike">
                <a:solidFill>
                  <a:srgbClr val="ffffff"/>
                </a:solidFill>
                <a:latin typeface="Times New Roman"/>
              </a:rPr>
              <a:t>&lt;number&gt;</a:t>
            </a:fld>
            <a:r>
              <a:rPr b="1" lang="en-US" sz="1800" spc="-1" strike="noStrike">
                <a:solidFill>
                  <a:srgbClr val="ffffff"/>
                </a:solidFill>
                <a:latin typeface="Times New Roman"/>
              </a:rPr>
              <a:t> / 15</a:t>
            </a:r>
            <a:endParaRPr b="0" lang="en-GB" sz="1800" spc="-1" strike="noStrike">
              <a:latin typeface="Times New Roman"/>
            </a:endParaRPr>
          </a:p>
        </p:txBody>
      </p:sp>
      <p:sp>
        <p:nvSpPr>
          <p:cNvPr id="144" name="Subtitle 8"/>
          <p:cNvSpPr/>
          <p:nvPr/>
        </p:nvSpPr>
        <p:spPr>
          <a:xfrm>
            <a:off x="9154800" y="6706440"/>
            <a:ext cx="1987200" cy="3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7000"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fld id="{DBE67036-FF75-461B-8F9F-9C9AF5A023BC}" type="datetime3">
              <a:rPr b="1" lang="en-US" sz="1800" spc="-1" strike="noStrike">
                <a:solidFill>
                  <a:srgbClr val="ffffff"/>
                </a:solidFill>
                <a:latin typeface="Times New Roman"/>
              </a:rPr>
              <a:t>January 18, 2026</a:t>
            </a:fld>
            <a:endParaRPr b="0" lang="en-GB" sz="1800" spc="-1" strike="noStrike">
              <a:latin typeface="Arial"/>
            </a:endParaRPr>
          </a:p>
        </p:txBody>
      </p:sp>
      <p:sp>
        <p:nvSpPr>
          <p:cNvPr id="145" name="TextBox 7"/>
          <p:cNvSpPr/>
          <p:nvPr/>
        </p:nvSpPr>
        <p:spPr>
          <a:xfrm>
            <a:off x="3219480" y="6660720"/>
            <a:ext cx="5748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Times New Roman"/>
              </a:rPr>
              <a:t>P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46" name="TextBox 9"/>
          <p:cNvSpPr/>
          <p:nvPr/>
        </p:nvSpPr>
        <p:spPr>
          <a:xfrm>
            <a:off x="324000" y="6654600"/>
            <a:ext cx="1897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Times New Roman"/>
              </a:rPr>
              <a:t>S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47" name="Subtitle 9"/>
          <p:cNvSpPr/>
          <p:nvPr/>
        </p:nvSpPr>
        <p:spPr>
          <a:xfrm>
            <a:off x="11046960" y="6667560"/>
            <a:ext cx="1911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Times New Roman"/>
              </a:rPr>
              <a:t>|</a:t>
            </a:r>
            <a:endParaRPr b="0" lang="en-GB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44014</TotalTime>
  <Application>LibreOffice/7.3.7.2$Linux_X86_64 LibreOffice_project/30$Build-2</Application>
  <AppVersion>15.0000</AppVersion>
  <Words>1269</Words>
  <Paragraphs>260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2023-02-14T11:09:51Z</dcterms:created>
  <dc:creator>Said Abenna</dc:creator>
  <dc:description/>
  <dc:language>en-GB</dc:language>
  <cp:lastModifiedBy/>
  <dcterms:modified xsi:type="dcterms:W3CDTF">2026-01-18T14:23:31Z</dcterms:modified>
  <cp:revision>598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Widescreen</vt:lpwstr>
  </property>
  <property fmtid="{D5CDD505-2E9C-101B-9397-08002B2CF9AE}" pid="4" name="Slides">
    <vt:i4>15</vt:i4>
  </property>
</Properties>
</file>
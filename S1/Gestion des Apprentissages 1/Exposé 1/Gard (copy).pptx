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70" r:id="rId2"/>
    <p:sldId id="271" r:id="rId3"/>
    <p:sldId id="272" r:id="rId4"/>
    <p:sldId id="273" r:id="rId5"/>
    <p:sldId id="274" r:id="rId6"/>
    <p:sldId id="276" r:id="rId7"/>
    <p:sldId id="275" r:id="rId8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5B5B"/>
    <a:srgbClr val="7791AA"/>
    <a:srgbClr val="FFDF6B"/>
    <a:srgbClr val="585858"/>
    <a:srgbClr val="116361"/>
    <a:srgbClr val="173A49"/>
    <a:srgbClr val="FDFDFB"/>
    <a:srgbClr val="F5750B"/>
    <a:srgbClr val="000000"/>
    <a:srgbClr val="496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1" autoAdjust="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2406" y="216"/>
      </p:cViewPr>
      <p:guideLst>
        <p:guide orient="horz" pos="3367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2" d="100"/>
        <a:sy n="18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6540" y="3919170"/>
            <a:ext cx="5459123" cy="3526691"/>
          </a:xfrm>
        </p:spPr>
        <p:txBody>
          <a:bodyPr anchor="b">
            <a:normAutofit/>
          </a:bodyPr>
          <a:lstStyle>
            <a:lvl1pPr>
              <a:defRPr sz="446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6540" y="7445858"/>
            <a:ext cx="5459123" cy="1755385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8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6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44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2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907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89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7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5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8"/>
          <p:cNvSpPr/>
          <p:nvPr/>
        </p:nvSpPr>
        <p:spPr bwMode="auto">
          <a:xfrm>
            <a:off x="-26234" y="6734806"/>
            <a:ext cx="1154172" cy="1218456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132" y="7059584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201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844" y="972716"/>
            <a:ext cx="5449817" cy="1996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539" y="3325354"/>
            <a:ext cx="5452121" cy="5887669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052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39" y="3233340"/>
            <a:ext cx="5452121" cy="2289220"/>
          </a:xfrm>
        </p:spPr>
        <p:txBody>
          <a:bodyPr anchor="b"/>
          <a:lstStyle>
            <a:lvl1pPr algn="l">
              <a:defRPr sz="3308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539" y="5581844"/>
            <a:ext cx="5452121" cy="1340989"/>
          </a:xfrm>
        </p:spPr>
        <p:txBody>
          <a:bodyPr anchor="t"/>
          <a:lstStyle>
            <a:lvl1pPr marL="0" indent="0" algn="l">
              <a:buNone/>
              <a:defRPr sz="165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815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8" y="4935238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828" y="5056203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2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6540" y="3330196"/>
            <a:ext cx="2644625" cy="5871733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4398" y="3330196"/>
            <a:ext cx="2644262" cy="5871733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828" y="1227812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81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3635" y="3470341"/>
            <a:ext cx="2377530" cy="898142"/>
          </a:xfrm>
        </p:spPr>
        <p:txBody>
          <a:bodyPr anchor="b">
            <a:noAutofit/>
          </a:bodyPr>
          <a:lstStyle>
            <a:lvl1pPr marL="0" indent="0">
              <a:buNone/>
              <a:defRPr sz="1985" b="0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06539" y="4368483"/>
            <a:ext cx="2644625" cy="484044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8111" y="3465310"/>
            <a:ext cx="2376408" cy="898142"/>
          </a:xfrm>
        </p:spPr>
        <p:txBody>
          <a:bodyPr anchor="b">
            <a:noAutofit/>
          </a:bodyPr>
          <a:lstStyle>
            <a:lvl1pPr marL="0" indent="0">
              <a:buNone/>
              <a:defRPr sz="1985" b="0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1427" y="4363452"/>
            <a:ext cx="2643094" cy="484044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828" y="1227812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07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842" y="972716"/>
            <a:ext cx="5449818" cy="1996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54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646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39" y="695257"/>
            <a:ext cx="2174885" cy="1521646"/>
          </a:xfrm>
        </p:spPr>
        <p:txBody>
          <a:bodyPr anchor="b"/>
          <a:lstStyle>
            <a:lvl1pPr algn="l">
              <a:defRPr sz="1654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265" y="695260"/>
            <a:ext cx="3135395" cy="8439571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539" y="2491542"/>
            <a:ext cx="2174885" cy="6643283"/>
          </a:xfrm>
        </p:spPr>
        <p:txBody>
          <a:bodyPr/>
          <a:lstStyle>
            <a:lvl1pPr marL="0" indent="0">
              <a:buNone/>
              <a:defRPr sz="1158"/>
            </a:lvl1pPr>
            <a:lvl2pPr marL="378150" indent="0">
              <a:buNone/>
              <a:defRPr sz="993"/>
            </a:lvl2pPr>
            <a:lvl3pPr marL="756300" indent="0">
              <a:buNone/>
              <a:defRPr sz="827"/>
            </a:lvl3pPr>
            <a:lvl4pPr marL="1134450" indent="0">
              <a:buNone/>
              <a:defRPr sz="744"/>
            </a:lvl4pPr>
            <a:lvl5pPr marL="1512600" indent="0">
              <a:buNone/>
              <a:defRPr sz="744"/>
            </a:lvl5pPr>
            <a:lvl6pPr marL="1890751" indent="0">
              <a:buNone/>
              <a:defRPr sz="744"/>
            </a:lvl6pPr>
            <a:lvl7pPr marL="2268901" indent="0">
              <a:buNone/>
              <a:defRPr sz="744"/>
            </a:lvl7pPr>
            <a:lvl8pPr marL="2647051" indent="0">
              <a:buNone/>
              <a:defRPr sz="744"/>
            </a:lvl8pPr>
            <a:lvl9pPr marL="3025201" indent="0">
              <a:buNone/>
              <a:defRPr sz="744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749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39" y="7482047"/>
            <a:ext cx="5452121" cy="883298"/>
          </a:xfrm>
        </p:spPr>
        <p:txBody>
          <a:bodyPr anchor="b">
            <a:normAutofit/>
          </a:bodyPr>
          <a:lstStyle>
            <a:lvl1pPr algn="l">
              <a:defRPr sz="1985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06539" y="989634"/>
            <a:ext cx="5452121" cy="6008221"/>
          </a:xfrm>
        </p:spPr>
        <p:txBody>
          <a:bodyPr anchor="t">
            <a:normAutofit/>
          </a:bodyPr>
          <a:lstStyle>
            <a:lvl1pPr marL="0" indent="0" algn="ctr">
              <a:buNone/>
              <a:defRPr sz="1323"/>
            </a:lvl1pPr>
            <a:lvl2pPr marL="378150" indent="0">
              <a:buNone/>
              <a:defRPr sz="1323"/>
            </a:lvl2pPr>
            <a:lvl3pPr marL="756300" indent="0">
              <a:buNone/>
              <a:defRPr sz="1323"/>
            </a:lvl3pPr>
            <a:lvl4pPr marL="1134450" indent="0">
              <a:buNone/>
              <a:defRPr sz="1323"/>
            </a:lvl4pPr>
            <a:lvl5pPr marL="1512600" indent="0">
              <a:buNone/>
              <a:defRPr sz="1323"/>
            </a:lvl5pPr>
            <a:lvl6pPr marL="1890751" indent="0">
              <a:buNone/>
              <a:defRPr sz="1323"/>
            </a:lvl6pPr>
            <a:lvl7pPr marL="2268901" indent="0">
              <a:buNone/>
              <a:defRPr sz="1323"/>
            </a:lvl7pPr>
            <a:lvl8pPr marL="2647051" indent="0">
              <a:buNone/>
              <a:defRPr sz="1323"/>
            </a:lvl8pPr>
            <a:lvl9pPr marL="3025201" indent="0">
              <a:buNone/>
              <a:defRPr sz="132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539" y="8365345"/>
            <a:ext cx="5452121" cy="769482"/>
          </a:xfrm>
        </p:spPr>
        <p:txBody>
          <a:bodyPr>
            <a:normAutofit/>
          </a:bodyPr>
          <a:lstStyle>
            <a:lvl1pPr marL="0" indent="0">
              <a:buNone/>
              <a:defRPr sz="993"/>
            </a:lvl1pPr>
            <a:lvl2pPr marL="378150" indent="0">
              <a:buNone/>
              <a:defRPr sz="993"/>
            </a:lvl2pPr>
            <a:lvl3pPr marL="756300" indent="0">
              <a:buNone/>
              <a:defRPr sz="827"/>
            </a:lvl3pPr>
            <a:lvl4pPr marL="1134450" indent="0">
              <a:buNone/>
              <a:defRPr sz="744"/>
            </a:lvl4pPr>
            <a:lvl5pPr marL="1512600" indent="0">
              <a:buNone/>
              <a:defRPr sz="744"/>
            </a:lvl5pPr>
            <a:lvl6pPr marL="1890751" indent="0">
              <a:buNone/>
              <a:defRPr sz="744"/>
            </a:lvl6pPr>
            <a:lvl7pPr marL="2268901" indent="0">
              <a:buNone/>
              <a:defRPr sz="744"/>
            </a:lvl7pPr>
            <a:lvl8pPr marL="2647051" indent="0">
              <a:buNone/>
              <a:defRPr sz="744"/>
            </a:lvl8pPr>
            <a:lvl9pPr marL="3025201" indent="0">
              <a:buNone/>
              <a:defRPr sz="744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765358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828" y="7766467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86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39" y="950101"/>
            <a:ext cx="5452121" cy="4858109"/>
          </a:xfrm>
        </p:spPr>
        <p:txBody>
          <a:bodyPr anchor="ctr">
            <a:normAutofit/>
          </a:bodyPr>
          <a:lstStyle>
            <a:lvl1pPr algn="l">
              <a:defRPr sz="397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539" y="6786063"/>
            <a:ext cx="5452121" cy="2424915"/>
          </a:xfrm>
        </p:spPr>
        <p:txBody>
          <a:bodyPr anchor="ctr">
            <a:normAutofit/>
          </a:bodyPr>
          <a:lstStyle>
            <a:lvl1pPr marL="0" indent="0" algn="l">
              <a:buNone/>
              <a:defRPr sz="148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815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4935238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828" y="5056203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945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60" y="950101"/>
            <a:ext cx="5053138" cy="4512980"/>
          </a:xfrm>
        </p:spPr>
        <p:txBody>
          <a:bodyPr anchor="ctr">
            <a:normAutofit/>
          </a:bodyPr>
          <a:lstStyle>
            <a:lvl1pPr algn="l">
              <a:defRPr sz="397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98210" y="5463082"/>
            <a:ext cx="4676237" cy="59381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2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8150" indent="0">
              <a:buFontTx/>
              <a:buNone/>
              <a:defRPr/>
            </a:lvl2pPr>
            <a:lvl3pPr marL="756300" indent="0">
              <a:buFontTx/>
              <a:buNone/>
              <a:defRPr/>
            </a:lvl3pPr>
            <a:lvl4pPr marL="1134450" indent="0">
              <a:buFontTx/>
              <a:buNone/>
              <a:defRPr/>
            </a:lvl4pPr>
            <a:lvl5pPr marL="15126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539" y="6786063"/>
            <a:ext cx="5452121" cy="2424915"/>
          </a:xfrm>
        </p:spPr>
        <p:txBody>
          <a:bodyPr anchor="ctr">
            <a:normAutofit/>
          </a:bodyPr>
          <a:lstStyle>
            <a:lvl1pPr marL="0" indent="0" algn="l">
              <a:buNone/>
              <a:defRPr sz="148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815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48" y="4935238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828" y="5056203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1495628" y="1009958"/>
            <a:ext cx="378241" cy="911411"/>
          </a:xfrm>
          <a:prstGeom prst="rect">
            <a:avLst/>
          </a:prstGeom>
        </p:spPr>
        <p:txBody>
          <a:bodyPr vert="horz" lIns="75629" tIns="37814" rIns="75629" bIns="37814" rtlCol="0" anchor="ctr">
            <a:noAutofit/>
          </a:bodyPr>
          <a:lstStyle/>
          <a:p>
            <a:pPr lvl="0"/>
            <a:r>
              <a:rPr lang="en-US" sz="6617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6885" y="4528108"/>
            <a:ext cx="378241" cy="911411"/>
          </a:xfrm>
          <a:prstGeom prst="rect">
            <a:avLst/>
          </a:prstGeom>
        </p:spPr>
        <p:txBody>
          <a:bodyPr vert="horz" lIns="75629" tIns="37814" rIns="75629" bIns="37814" rtlCol="0" anchor="ctr">
            <a:noAutofit/>
          </a:bodyPr>
          <a:lstStyle/>
          <a:p>
            <a:pPr lvl="0"/>
            <a:r>
              <a:rPr lang="en-US" sz="6617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5436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39" y="3800407"/>
            <a:ext cx="5452121" cy="4246848"/>
          </a:xfrm>
        </p:spPr>
        <p:txBody>
          <a:bodyPr anchor="b">
            <a:normAutofit/>
          </a:bodyPr>
          <a:lstStyle>
            <a:lvl1pPr algn="l">
              <a:defRPr sz="397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539" y="8075860"/>
            <a:ext cx="5452121" cy="113716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8" y="765358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828" y="7766467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909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809760" y="950101"/>
            <a:ext cx="5053138" cy="4512980"/>
          </a:xfrm>
        </p:spPr>
        <p:txBody>
          <a:bodyPr anchor="ctr">
            <a:normAutofit/>
          </a:bodyPr>
          <a:lstStyle>
            <a:lvl1pPr algn="l">
              <a:defRPr sz="397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6539" y="6769471"/>
            <a:ext cx="5531775" cy="1306389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985">
                <a:solidFill>
                  <a:schemeClr val="accent1"/>
                </a:solidFill>
              </a:defRPr>
            </a:lvl1pPr>
            <a:lvl2pPr marL="378150" indent="0">
              <a:buFontTx/>
              <a:buNone/>
              <a:defRPr/>
            </a:lvl2pPr>
            <a:lvl3pPr marL="756300" indent="0">
              <a:buFontTx/>
              <a:buNone/>
              <a:defRPr/>
            </a:lvl3pPr>
            <a:lvl4pPr marL="1134450" indent="0">
              <a:buFontTx/>
              <a:buNone/>
              <a:defRPr/>
            </a:lvl4pPr>
            <a:lvl5pPr marL="15126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539" y="8075860"/>
            <a:ext cx="5531775" cy="113716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48" y="765358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828" y="7766467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1495628" y="1009958"/>
            <a:ext cx="378241" cy="911411"/>
          </a:xfrm>
          <a:prstGeom prst="rect">
            <a:avLst/>
          </a:prstGeom>
        </p:spPr>
        <p:txBody>
          <a:bodyPr vert="horz" lIns="75629" tIns="37814" rIns="75629" bIns="37814" rtlCol="0" anchor="ctr">
            <a:noAutofit/>
          </a:bodyPr>
          <a:lstStyle/>
          <a:p>
            <a:pPr lvl="0"/>
            <a:r>
              <a:rPr lang="en-US" sz="6617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6885" y="4528108"/>
            <a:ext cx="378241" cy="911411"/>
          </a:xfrm>
          <a:prstGeom prst="rect">
            <a:avLst/>
          </a:prstGeom>
        </p:spPr>
        <p:txBody>
          <a:bodyPr vert="horz" lIns="75629" tIns="37814" rIns="75629" bIns="37814" rtlCol="0" anchor="ctr">
            <a:noAutofit/>
          </a:bodyPr>
          <a:lstStyle/>
          <a:p>
            <a:pPr lvl="0"/>
            <a:r>
              <a:rPr lang="en-US" sz="6617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186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40" y="977855"/>
            <a:ext cx="5452120" cy="4488698"/>
          </a:xfrm>
        </p:spPr>
        <p:txBody>
          <a:bodyPr anchor="ctr">
            <a:normAutofit/>
          </a:bodyPr>
          <a:lstStyle>
            <a:lvl1pPr algn="l">
              <a:defRPr sz="397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6539" y="6769471"/>
            <a:ext cx="5452121" cy="1306389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985">
                <a:solidFill>
                  <a:schemeClr val="accent1"/>
                </a:solidFill>
              </a:defRPr>
            </a:lvl1pPr>
            <a:lvl2pPr marL="378150" indent="0">
              <a:buFontTx/>
              <a:buNone/>
              <a:defRPr/>
            </a:lvl2pPr>
            <a:lvl3pPr marL="756300" indent="0">
              <a:buFontTx/>
              <a:buNone/>
              <a:defRPr/>
            </a:lvl3pPr>
            <a:lvl4pPr marL="1134450" indent="0">
              <a:buFontTx/>
              <a:buNone/>
              <a:defRPr/>
            </a:lvl4pPr>
            <a:lvl5pPr marL="15126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539" y="8075860"/>
            <a:ext cx="5452121" cy="113716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765358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828" y="7766467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139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690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89122" y="977854"/>
            <a:ext cx="1369759" cy="8235172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540" y="977854"/>
            <a:ext cx="3900813" cy="8235172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26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356288"/>
            <a:ext cx="1638618" cy="10346733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16890" y="444"/>
            <a:ext cx="1614692" cy="10680795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51257" cy="106886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842" y="972716"/>
            <a:ext cx="5449818" cy="19963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539" y="3325354"/>
            <a:ext cx="5452121" cy="6056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8423" y="9561935"/>
            <a:ext cx="633860" cy="576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6539" y="9563057"/>
            <a:ext cx="4728012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422828" y="1227812"/>
            <a:ext cx="483826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rgbClr val="FEFFFF"/>
                </a:solidFill>
              </a:defRPr>
            </a:lvl1pPr>
          </a:lstStyle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347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378150" rtl="0" eaLnBrk="1" latinLnBrk="0" hangingPunct="1">
        <a:spcBef>
          <a:spcPct val="0"/>
        </a:spcBef>
        <a:buNone/>
        <a:defRPr sz="2978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613" indent="-283613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148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14494" indent="-236344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45375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115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23525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701676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079826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457976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836126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214276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2DB6D-1930-C2F4-5755-1B9CBEEFB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انطلاق التكوين بالمركز الجهوي لمهن التربية والتكوين لجهة بني ملال خنيفرة  -صور- | تاكسي نيوز">
            <a:extLst>
              <a:ext uri="{FF2B5EF4-FFF2-40B4-BE49-F238E27FC236}">
                <a16:creationId xmlns:a16="http://schemas.microsoft.com/office/drawing/2014/main" id="{F65414C1-ADB0-7446-886C-A0E0EB6E4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" y="-78576"/>
            <a:ext cx="7830997" cy="691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DCA04FD4-B607-ACC1-A7F8-912F12CD4AF5}"/>
              </a:ext>
            </a:extLst>
          </p:cNvPr>
          <p:cNvSpPr/>
          <p:nvPr/>
        </p:nvSpPr>
        <p:spPr>
          <a:xfrm>
            <a:off x="-8815018" y="556613"/>
            <a:ext cx="7608067" cy="10767212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491445-DAB1-5111-5D86-B08EF81A3121}"/>
              </a:ext>
            </a:extLst>
          </p:cNvPr>
          <p:cNvSpPr/>
          <p:nvPr/>
        </p:nvSpPr>
        <p:spPr>
          <a:xfrm rot="2364037">
            <a:off x="7557923" y="-5799593"/>
            <a:ext cx="538124" cy="139761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DDB364-C1DC-613C-2F17-C62457049067}"/>
              </a:ext>
            </a:extLst>
          </p:cNvPr>
          <p:cNvSpPr/>
          <p:nvPr/>
        </p:nvSpPr>
        <p:spPr>
          <a:xfrm rot="2361403">
            <a:off x="-948765" y="3611346"/>
            <a:ext cx="4334797" cy="914720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1">
            <a:extLst>
              <a:ext uri="{FF2B5EF4-FFF2-40B4-BE49-F238E27FC236}">
                <a16:creationId xmlns:a16="http://schemas.microsoft.com/office/drawing/2014/main" id="{751190B8-8AFC-7706-86DA-CAE7DB6CA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6509755"/>
            <a:ext cx="75628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C720CD-A942-150B-9B76-A3F51277F160}"/>
              </a:ext>
            </a:extLst>
          </p:cNvPr>
          <p:cNvSpPr/>
          <p:nvPr/>
        </p:nvSpPr>
        <p:spPr>
          <a:xfrm rot="2364037">
            <a:off x="3868657" y="1141289"/>
            <a:ext cx="3246946" cy="1172591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tx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tx2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549475-98F8-F754-D0F0-35C5510C37AC}"/>
              </a:ext>
            </a:extLst>
          </p:cNvPr>
          <p:cNvSpPr/>
          <p:nvPr/>
        </p:nvSpPr>
        <p:spPr>
          <a:xfrm rot="2361403">
            <a:off x="-3084535" y="4720260"/>
            <a:ext cx="6664565" cy="5701091"/>
          </a:xfrm>
          <a:prstGeom prst="rect">
            <a:avLst/>
          </a:prstGeom>
          <a:solidFill>
            <a:srgbClr val="002060"/>
          </a:soli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01DE316-772A-4E22-7178-66A78C4E20E4}"/>
              </a:ext>
            </a:extLst>
          </p:cNvPr>
          <p:cNvSpPr/>
          <p:nvPr/>
        </p:nvSpPr>
        <p:spPr>
          <a:xfrm rot="2364037">
            <a:off x="5865747" y="5816432"/>
            <a:ext cx="2856776" cy="6696623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088871-6866-DED0-F8C1-4EF44ECF4AF3}"/>
              </a:ext>
            </a:extLst>
          </p:cNvPr>
          <p:cNvSpPr/>
          <p:nvPr/>
        </p:nvSpPr>
        <p:spPr>
          <a:xfrm>
            <a:off x="0" y="338879"/>
            <a:ext cx="7183068" cy="9746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600" b="1" noProof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Dungeon" panose="040D0607070702040804" pitchFamily="82" charset="0"/>
              </a:rPr>
              <a:t>Rapport</a:t>
            </a:r>
            <a:endParaRPr lang="fr-FR" sz="4400" b="1" noProof="0" dirty="0">
              <a:ln w="12700">
                <a:solidFill>
                  <a:schemeClr val="accent1"/>
                </a:solidFill>
                <a:prstDash val="solid"/>
              </a:ln>
              <a:solidFill>
                <a:srgbClr val="FFC000"/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Dungeon" panose="040D0607070702040804" pitchFamily="8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97FB4-D9ED-7355-7448-E3D8076DFC20}"/>
              </a:ext>
            </a:extLst>
          </p:cNvPr>
          <p:cNvSpPr/>
          <p:nvPr/>
        </p:nvSpPr>
        <p:spPr>
          <a:xfrm>
            <a:off x="111067" y="1426071"/>
            <a:ext cx="7183068" cy="65400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0" dirty="0">
                <a:ln/>
                <a:solidFill>
                  <a:srgbClr val="FDFDFB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Introduction à la Gestion-1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2E3BB0-8B49-22CB-8E60-067B34003CED}"/>
              </a:ext>
            </a:extLst>
          </p:cNvPr>
          <p:cNvSpPr/>
          <p:nvPr/>
        </p:nvSpPr>
        <p:spPr>
          <a:xfrm rot="5400000">
            <a:off x="-5744314" y="5277783"/>
            <a:ext cx="12004808" cy="51618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3F6595-C300-8783-FD74-2AB8A58922D8}"/>
              </a:ext>
            </a:extLst>
          </p:cNvPr>
          <p:cNvSpPr/>
          <p:nvPr/>
        </p:nvSpPr>
        <p:spPr>
          <a:xfrm>
            <a:off x="-250916" y="5993421"/>
            <a:ext cx="4032341" cy="31849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noProof="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Préparé par:</a:t>
            </a:r>
          </a:p>
          <a:p>
            <a:pPr algn="ctr"/>
            <a:r>
              <a:rPr lang="fr-FR" sz="2400" noProof="0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Said ABENNA</a:t>
            </a:r>
          </a:p>
          <a:p>
            <a:pPr algn="ctr"/>
            <a:r>
              <a:rPr lang="fr-FR" sz="2400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Said ABENNA</a:t>
            </a:r>
            <a:endParaRPr lang="fr-FR" sz="2400" noProof="0" dirty="0">
              <a:ln w="0"/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2400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Said ABENNA</a:t>
            </a:r>
            <a:endParaRPr lang="fr-FR" sz="2400" noProof="0" dirty="0">
              <a:ln w="0"/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2400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Said ABENNA</a:t>
            </a:r>
          </a:p>
          <a:p>
            <a:pPr algn="ctr"/>
            <a:endParaRPr lang="fr-FR" sz="2400" noProof="0" dirty="0">
              <a:ln w="0"/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295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DD77-486D-64F7-68BB-CAEF04BD7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8FF8F330-CE9C-6437-94F9-8F47D85FF8C7}"/>
              </a:ext>
            </a:extLst>
          </p:cNvPr>
          <p:cNvSpPr/>
          <p:nvPr/>
        </p:nvSpPr>
        <p:spPr>
          <a:xfrm>
            <a:off x="29637" y="-39287"/>
            <a:ext cx="7608067" cy="10767212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7DF1F7-F6FE-C3C0-5CE6-11BB64A3C8FB}"/>
              </a:ext>
            </a:extLst>
          </p:cNvPr>
          <p:cNvSpPr/>
          <p:nvPr/>
        </p:nvSpPr>
        <p:spPr>
          <a:xfrm rot="2364037">
            <a:off x="7557923" y="-5799593"/>
            <a:ext cx="538124" cy="139761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7796ADC-0134-F335-110B-372B11BA9F59}"/>
              </a:ext>
            </a:extLst>
          </p:cNvPr>
          <p:cNvSpPr/>
          <p:nvPr/>
        </p:nvSpPr>
        <p:spPr>
          <a:xfrm rot="2361403">
            <a:off x="-948765" y="3611346"/>
            <a:ext cx="4334797" cy="914720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1">
            <a:extLst>
              <a:ext uri="{FF2B5EF4-FFF2-40B4-BE49-F238E27FC236}">
                <a16:creationId xmlns:a16="http://schemas.microsoft.com/office/drawing/2014/main" id="{139A79CE-DCDB-3AD2-C729-480A5F74D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6509755"/>
            <a:ext cx="75628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32154-07F2-444E-52B5-EA56D12E0AA9}"/>
              </a:ext>
            </a:extLst>
          </p:cNvPr>
          <p:cNvSpPr/>
          <p:nvPr/>
        </p:nvSpPr>
        <p:spPr>
          <a:xfrm rot="2364037">
            <a:off x="3868657" y="1141289"/>
            <a:ext cx="3246946" cy="1172591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tx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tx2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297910-1970-7AB6-FD76-19D7C0C9E112}"/>
              </a:ext>
            </a:extLst>
          </p:cNvPr>
          <p:cNvSpPr/>
          <p:nvPr/>
        </p:nvSpPr>
        <p:spPr>
          <a:xfrm rot="2361403">
            <a:off x="-3084535" y="4720260"/>
            <a:ext cx="6664565" cy="5701091"/>
          </a:xfrm>
          <a:prstGeom prst="rect">
            <a:avLst/>
          </a:prstGeom>
          <a:solidFill>
            <a:srgbClr val="002060"/>
          </a:soli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DF40E21-4779-35AA-78DB-FD688B9CC548}"/>
              </a:ext>
            </a:extLst>
          </p:cNvPr>
          <p:cNvSpPr/>
          <p:nvPr/>
        </p:nvSpPr>
        <p:spPr>
          <a:xfrm rot="2364037">
            <a:off x="5865747" y="5816432"/>
            <a:ext cx="2856776" cy="6696623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25F14B-F195-3649-528E-9F2659CB460F}"/>
              </a:ext>
            </a:extLst>
          </p:cNvPr>
          <p:cNvSpPr/>
          <p:nvPr/>
        </p:nvSpPr>
        <p:spPr>
          <a:xfrm>
            <a:off x="0" y="338879"/>
            <a:ext cx="7183068" cy="9746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600" b="1" noProof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Dungeon" panose="040D0607070702040804" pitchFamily="82" charset="0"/>
              </a:rPr>
              <a:t>Rapport</a:t>
            </a:r>
            <a:endParaRPr lang="fr-FR" sz="4400" b="1" noProof="0" dirty="0">
              <a:ln w="12700">
                <a:solidFill>
                  <a:schemeClr val="accent1"/>
                </a:solidFill>
                <a:prstDash val="solid"/>
              </a:ln>
              <a:solidFill>
                <a:srgbClr val="FFC000"/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Dungeon" panose="040D0607070702040804" pitchFamily="8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1F427B-C2BE-A109-9A04-60F1615E7BB4}"/>
              </a:ext>
            </a:extLst>
          </p:cNvPr>
          <p:cNvSpPr/>
          <p:nvPr/>
        </p:nvSpPr>
        <p:spPr>
          <a:xfrm>
            <a:off x="111067" y="1426071"/>
            <a:ext cx="7183068" cy="65400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0" dirty="0">
                <a:ln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Introduction à la Gestion-1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756C2D-E571-D267-8B33-885CBFB7BD1F}"/>
              </a:ext>
            </a:extLst>
          </p:cNvPr>
          <p:cNvSpPr/>
          <p:nvPr/>
        </p:nvSpPr>
        <p:spPr>
          <a:xfrm rot="5400000">
            <a:off x="-5744314" y="5277783"/>
            <a:ext cx="12004808" cy="51618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BBCFBC-C0CD-E19B-2578-2D471E2D5205}"/>
              </a:ext>
            </a:extLst>
          </p:cNvPr>
          <p:cNvSpPr/>
          <p:nvPr/>
        </p:nvSpPr>
        <p:spPr>
          <a:xfrm>
            <a:off x="-250916" y="5993421"/>
            <a:ext cx="4032341" cy="31849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noProof="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Préparé par:</a:t>
            </a:r>
          </a:p>
          <a:p>
            <a:pPr algn="ctr"/>
            <a:r>
              <a:rPr lang="fr-FR" sz="2400" noProof="0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Said ABENNA</a:t>
            </a:r>
          </a:p>
        </p:txBody>
      </p:sp>
    </p:spTree>
    <p:extLst>
      <p:ext uri="{BB962C8B-B14F-4D97-AF65-F5344CB8AC3E}">
        <p14:creationId xmlns:p14="http://schemas.microsoft.com/office/powerpoint/2010/main" val="1544413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A47E9-9BD0-1CE1-48EE-4095A171D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B852825A-C3BD-541B-C5A0-DCA4AEF06998}"/>
              </a:ext>
            </a:extLst>
          </p:cNvPr>
          <p:cNvSpPr/>
          <p:nvPr/>
        </p:nvSpPr>
        <p:spPr>
          <a:xfrm>
            <a:off x="29637" y="-39287"/>
            <a:ext cx="7608067" cy="10767212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2547F8-7971-5427-EC2B-84FAD27135B7}"/>
              </a:ext>
            </a:extLst>
          </p:cNvPr>
          <p:cNvSpPr/>
          <p:nvPr/>
        </p:nvSpPr>
        <p:spPr>
          <a:xfrm rot="2364037">
            <a:off x="7557923" y="-5799593"/>
            <a:ext cx="538124" cy="139761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FFBC4F0-0D94-8ADB-380E-4D6DC7782C59}"/>
              </a:ext>
            </a:extLst>
          </p:cNvPr>
          <p:cNvSpPr/>
          <p:nvPr/>
        </p:nvSpPr>
        <p:spPr>
          <a:xfrm rot="2361403">
            <a:off x="-948765" y="3611346"/>
            <a:ext cx="4334797" cy="914720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1">
            <a:extLst>
              <a:ext uri="{FF2B5EF4-FFF2-40B4-BE49-F238E27FC236}">
                <a16:creationId xmlns:a16="http://schemas.microsoft.com/office/drawing/2014/main" id="{3262F4F1-A13F-ADB5-5114-A05D42218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6509755"/>
            <a:ext cx="75628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A65E0E-BE11-BFD6-F844-5EEAEA3572B3}"/>
              </a:ext>
            </a:extLst>
          </p:cNvPr>
          <p:cNvSpPr/>
          <p:nvPr/>
        </p:nvSpPr>
        <p:spPr>
          <a:xfrm rot="2364037">
            <a:off x="3868657" y="1141289"/>
            <a:ext cx="3246946" cy="1172591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tx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tx2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5F05D-A803-ABD3-FA1E-AD2E4EA9A0BF}"/>
              </a:ext>
            </a:extLst>
          </p:cNvPr>
          <p:cNvSpPr/>
          <p:nvPr/>
        </p:nvSpPr>
        <p:spPr>
          <a:xfrm rot="2361403">
            <a:off x="-3084535" y="4720260"/>
            <a:ext cx="6664565" cy="5701091"/>
          </a:xfrm>
          <a:prstGeom prst="rect">
            <a:avLst/>
          </a:prstGeom>
          <a:solidFill>
            <a:srgbClr val="002060"/>
          </a:soli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4A8C859-53A4-7CC9-E9D6-7B5F1F9ED7E2}"/>
              </a:ext>
            </a:extLst>
          </p:cNvPr>
          <p:cNvSpPr/>
          <p:nvPr/>
        </p:nvSpPr>
        <p:spPr>
          <a:xfrm rot="2364037">
            <a:off x="5865747" y="5816432"/>
            <a:ext cx="2856776" cy="6696623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95DD8A-5AC0-4D16-C658-6D9329B3983E}"/>
              </a:ext>
            </a:extLst>
          </p:cNvPr>
          <p:cNvSpPr/>
          <p:nvPr/>
        </p:nvSpPr>
        <p:spPr>
          <a:xfrm>
            <a:off x="-25475" y="1537314"/>
            <a:ext cx="7183068" cy="9746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Dungeon" panose="040D0607070702040804" pitchFamily="82" charset="0"/>
              </a:rPr>
              <a:t>Portfolio</a:t>
            </a:r>
            <a:endParaRPr lang="fr-FR" sz="4400" b="1" noProof="0" dirty="0">
              <a:ln w="12700">
                <a:solidFill>
                  <a:schemeClr val="accent1"/>
                </a:solidFill>
                <a:prstDash val="solid"/>
              </a:ln>
              <a:solidFill>
                <a:srgbClr val="FFC000"/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Dungeon" panose="040D0607070702040804" pitchFamily="8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8E9C89-E0C3-6E70-9D89-C53F27D09991}"/>
              </a:ext>
            </a:extLst>
          </p:cNvPr>
          <p:cNvSpPr/>
          <p:nvPr/>
        </p:nvSpPr>
        <p:spPr>
          <a:xfrm>
            <a:off x="111067" y="1426071"/>
            <a:ext cx="7183068" cy="65400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 b="1" noProof="0" dirty="0">
              <a:ln/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B3116C-6A64-92F6-B009-0AE8D5E249A3}"/>
              </a:ext>
            </a:extLst>
          </p:cNvPr>
          <p:cNvSpPr/>
          <p:nvPr/>
        </p:nvSpPr>
        <p:spPr>
          <a:xfrm rot="5400000">
            <a:off x="-5744314" y="5277783"/>
            <a:ext cx="12004808" cy="51618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6779F0-DA23-4968-01D7-F3439E06A9DC}"/>
              </a:ext>
            </a:extLst>
          </p:cNvPr>
          <p:cNvSpPr/>
          <p:nvPr/>
        </p:nvSpPr>
        <p:spPr>
          <a:xfrm>
            <a:off x="-250916" y="5993421"/>
            <a:ext cx="4032341" cy="31849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noProof="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Préparé par:</a:t>
            </a:r>
          </a:p>
          <a:p>
            <a:pPr algn="ctr"/>
            <a:r>
              <a:rPr lang="fr-FR" sz="2400" noProof="0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Said ABENNA</a:t>
            </a:r>
          </a:p>
        </p:txBody>
      </p:sp>
      <p:pic>
        <p:nvPicPr>
          <p:cNvPr id="2050" name="Picture 2" descr="وزارة التربية الوطنية والتعليم الأولي والرياضة (المغرب) - ويكيبيديا">
            <a:extLst>
              <a:ext uri="{FF2B5EF4-FFF2-40B4-BE49-F238E27FC236}">
                <a16:creationId xmlns:a16="http://schemas.microsoft.com/office/drawing/2014/main" id="{78992849-E90B-987C-3FD3-7A010CC2F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94" y="46205"/>
            <a:ext cx="1139028" cy="113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37CA7C-8A28-C3DF-1D9E-B2D1991D27B8}"/>
              </a:ext>
            </a:extLst>
          </p:cNvPr>
          <p:cNvSpPr/>
          <p:nvPr/>
        </p:nvSpPr>
        <p:spPr>
          <a:xfrm>
            <a:off x="1061126" y="150432"/>
            <a:ext cx="7183068" cy="9746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CRMEF-</a:t>
            </a:r>
            <a:r>
              <a:rPr lang="fr-FR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BENI-Mellal</a:t>
            </a:r>
            <a:r>
              <a:rPr lang="en-US" sz="360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 </a:t>
            </a:r>
            <a:endParaRPr lang="fr-FR" sz="120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54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AA85D-7162-CB78-21E3-8186BDB36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64321553-70CF-B784-ED40-ED377B2A34CF}"/>
              </a:ext>
            </a:extLst>
          </p:cNvPr>
          <p:cNvSpPr/>
          <p:nvPr/>
        </p:nvSpPr>
        <p:spPr>
          <a:xfrm>
            <a:off x="29637" y="-39287"/>
            <a:ext cx="7608067" cy="10767212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B933A-20B3-6184-BC0F-6A80565D08D3}"/>
              </a:ext>
            </a:extLst>
          </p:cNvPr>
          <p:cNvSpPr/>
          <p:nvPr/>
        </p:nvSpPr>
        <p:spPr>
          <a:xfrm rot="2364037">
            <a:off x="3453613" y="992680"/>
            <a:ext cx="3246946" cy="1303368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tx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tx2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9D2EF6D-D0C9-7049-7502-780589236D6D}"/>
              </a:ext>
            </a:extLst>
          </p:cNvPr>
          <p:cNvSpPr/>
          <p:nvPr/>
        </p:nvSpPr>
        <p:spPr>
          <a:xfrm rot="2364037">
            <a:off x="5865747" y="5816432"/>
            <a:ext cx="2856776" cy="6696623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FE6036-95B4-F498-D69E-FD10A858A175}"/>
              </a:ext>
            </a:extLst>
          </p:cNvPr>
          <p:cNvSpPr/>
          <p:nvPr/>
        </p:nvSpPr>
        <p:spPr>
          <a:xfrm rot="5400000">
            <a:off x="-5744314" y="5277783"/>
            <a:ext cx="12004808" cy="51618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161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C603-9AA3-A001-6430-7AB4B583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9F76580E-71D4-C999-C9B3-DC8B996430A0}"/>
              </a:ext>
            </a:extLst>
          </p:cNvPr>
          <p:cNvSpPr/>
          <p:nvPr/>
        </p:nvSpPr>
        <p:spPr>
          <a:xfrm>
            <a:off x="29637" y="-39287"/>
            <a:ext cx="7608067" cy="10767212"/>
          </a:xfrm>
          <a:prstGeom prst="rect">
            <a:avLst/>
          </a:prstGeom>
          <a:solidFill>
            <a:srgbClr val="7791AA"/>
          </a:solidFill>
          <a:ln w="571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5AB68C-305A-351A-5C89-B0B56363AAB9}"/>
              </a:ext>
            </a:extLst>
          </p:cNvPr>
          <p:cNvSpPr/>
          <p:nvPr/>
        </p:nvSpPr>
        <p:spPr>
          <a:xfrm rot="7669726">
            <a:off x="1334279" y="2443535"/>
            <a:ext cx="7088866" cy="183880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6B4A27-F64D-529E-F4B4-E0D1C6913E39}"/>
              </a:ext>
            </a:extLst>
          </p:cNvPr>
          <p:cNvSpPr/>
          <p:nvPr/>
        </p:nvSpPr>
        <p:spPr>
          <a:xfrm rot="7669726">
            <a:off x="-1194972" y="-2736950"/>
            <a:ext cx="7346462" cy="3983553"/>
          </a:xfrm>
          <a:prstGeom prst="rect">
            <a:avLst/>
          </a:prstGeom>
          <a:gradFill flip="none" rotWithShape="1">
            <a:gsLst>
              <a:gs pos="0">
                <a:srgbClr val="5B5B5B">
                  <a:shade val="30000"/>
                  <a:satMod val="115000"/>
                </a:srgbClr>
              </a:gs>
              <a:gs pos="50000">
                <a:srgbClr val="5B5B5B">
                  <a:shade val="67500"/>
                  <a:satMod val="115000"/>
                </a:srgbClr>
              </a:gs>
              <a:gs pos="100000">
                <a:srgbClr val="5B5B5B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E6E968-A01D-CAC3-94C2-DD97057FA1E8}"/>
              </a:ext>
            </a:extLst>
          </p:cNvPr>
          <p:cNvSpPr/>
          <p:nvPr/>
        </p:nvSpPr>
        <p:spPr>
          <a:xfrm rot="3389123">
            <a:off x="-1775722" y="1399176"/>
            <a:ext cx="5051867" cy="714592"/>
          </a:xfrm>
          <a:prstGeom prst="rect">
            <a:avLst/>
          </a:prstGeom>
          <a:solidFill>
            <a:srgbClr val="7791A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A89279-E6E5-97D5-6887-D2B56C95D31F}"/>
              </a:ext>
            </a:extLst>
          </p:cNvPr>
          <p:cNvSpPr/>
          <p:nvPr/>
        </p:nvSpPr>
        <p:spPr>
          <a:xfrm rot="7669726">
            <a:off x="552960" y="1300016"/>
            <a:ext cx="7088866" cy="1439485"/>
          </a:xfrm>
          <a:prstGeom prst="rect">
            <a:avLst/>
          </a:prstGeom>
          <a:gradFill flip="none" rotWithShape="1">
            <a:gsLst>
              <a:gs pos="0">
                <a:srgbClr val="585858">
                  <a:shade val="30000"/>
                  <a:satMod val="115000"/>
                </a:srgbClr>
              </a:gs>
              <a:gs pos="50000">
                <a:srgbClr val="585858">
                  <a:shade val="67500"/>
                  <a:satMod val="115000"/>
                </a:srgbClr>
              </a:gs>
              <a:gs pos="100000">
                <a:srgbClr val="585858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3872A9-B85F-8C2A-E11B-B48F2B1E53DB}"/>
              </a:ext>
            </a:extLst>
          </p:cNvPr>
          <p:cNvSpPr/>
          <p:nvPr/>
        </p:nvSpPr>
        <p:spPr>
          <a:xfrm rot="3389123">
            <a:off x="-2037191" y="2695818"/>
            <a:ext cx="5799457" cy="1322472"/>
          </a:xfrm>
          <a:prstGeom prst="rect">
            <a:avLst/>
          </a:prstGeom>
          <a:gradFill flip="none" rotWithShape="1">
            <a:gsLst>
              <a:gs pos="0">
                <a:srgbClr val="FFDF6B">
                  <a:shade val="30000"/>
                  <a:satMod val="115000"/>
                </a:srgbClr>
              </a:gs>
              <a:gs pos="50000">
                <a:srgbClr val="FFDF6B">
                  <a:shade val="67500"/>
                  <a:satMod val="115000"/>
                </a:srgbClr>
              </a:gs>
              <a:gs pos="100000">
                <a:srgbClr val="FFDF6B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E6361E-0FE6-24FB-5F45-ECEFF46CC8D7}"/>
              </a:ext>
            </a:extLst>
          </p:cNvPr>
          <p:cNvSpPr/>
          <p:nvPr/>
        </p:nvSpPr>
        <p:spPr>
          <a:xfrm rot="2164130">
            <a:off x="5390079" y="-398716"/>
            <a:ext cx="538124" cy="90840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1">
            <a:extLst>
              <a:ext uri="{FF2B5EF4-FFF2-40B4-BE49-F238E27FC236}">
                <a16:creationId xmlns:a16="http://schemas.microsoft.com/office/drawing/2014/main" id="{C06EAB69-F616-0D6C-53CC-8EAC0F953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6509755"/>
            <a:ext cx="75628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AE8461-53C0-F037-06BF-AE212B847D90}"/>
              </a:ext>
            </a:extLst>
          </p:cNvPr>
          <p:cNvSpPr/>
          <p:nvPr/>
        </p:nvSpPr>
        <p:spPr>
          <a:xfrm>
            <a:off x="-7072001" y="-311348"/>
            <a:ext cx="7183068" cy="9746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Dungeon" panose="040D0607070702040804" pitchFamily="82" charset="0"/>
              </a:rPr>
              <a:t>Portfolio</a:t>
            </a:r>
            <a:endParaRPr lang="fr-FR" sz="4400" b="1" noProof="0" dirty="0">
              <a:ln w="12700">
                <a:solidFill>
                  <a:schemeClr val="accent1"/>
                </a:solidFill>
                <a:prstDash val="solid"/>
              </a:ln>
              <a:solidFill>
                <a:srgbClr val="FFC000"/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Dungeon" panose="040D0607070702040804" pitchFamily="8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535775-1B05-2484-540E-E331BD10C09B}"/>
              </a:ext>
            </a:extLst>
          </p:cNvPr>
          <p:cNvSpPr/>
          <p:nvPr/>
        </p:nvSpPr>
        <p:spPr>
          <a:xfrm>
            <a:off x="111067" y="1426071"/>
            <a:ext cx="7183068" cy="65400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 b="1" noProof="0" dirty="0">
              <a:ln/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72F7DD-DECD-E0F2-7E6F-7C52C3D00F6A}"/>
              </a:ext>
            </a:extLst>
          </p:cNvPr>
          <p:cNvSpPr/>
          <p:nvPr/>
        </p:nvSpPr>
        <p:spPr>
          <a:xfrm rot="5400000">
            <a:off x="-10057759" y="5538701"/>
            <a:ext cx="12004808" cy="51618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وزارة التربية الوطنية والتعليم الأولي والرياضة (المغرب) - ويكيبيديا">
            <a:extLst>
              <a:ext uri="{FF2B5EF4-FFF2-40B4-BE49-F238E27FC236}">
                <a16:creationId xmlns:a16="http://schemas.microsoft.com/office/drawing/2014/main" id="{98B4C1C0-1B70-99A7-2C14-E02067344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69925" y="-2551854"/>
            <a:ext cx="1139028" cy="113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9DDF61-3536-235E-5219-0439A6FE46E3}"/>
              </a:ext>
            </a:extLst>
          </p:cNvPr>
          <p:cNvSpPr/>
          <p:nvPr/>
        </p:nvSpPr>
        <p:spPr>
          <a:xfrm>
            <a:off x="-6472274" y="-3123296"/>
            <a:ext cx="7183068" cy="9746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CRMEF-</a:t>
            </a:r>
            <a:r>
              <a:rPr lang="fr-FR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BENI-Mellal</a:t>
            </a:r>
            <a:r>
              <a:rPr lang="en-US" sz="360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 </a:t>
            </a:r>
            <a:endParaRPr lang="fr-FR" sz="120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12CF49-A469-F2E6-5269-EF19CAFFC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290" y="981443"/>
            <a:ext cx="2762250" cy="370522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9F0BFA-275E-BE54-83FB-B0120694E1E5}"/>
              </a:ext>
            </a:extLst>
          </p:cNvPr>
          <p:cNvSpPr/>
          <p:nvPr/>
        </p:nvSpPr>
        <p:spPr>
          <a:xfrm>
            <a:off x="-57465" y="4792415"/>
            <a:ext cx="7695169" cy="5935510"/>
          </a:xfrm>
          <a:prstGeom prst="rect">
            <a:avLst/>
          </a:prstGeom>
          <a:solidFill>
            <a:srgbClr val="7791AA"/>
          </a:solidFill>
          <a:ln w="571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F37F4F-6150-79E4-46E7-10C2A180117F}"/>
              </a:ext>
            </a:extLst>
          </p:cNvPr>
          <p:cNvSpPr/>
          <p:nvPr/>
        </p:nvSpPr>
        <p:spPr>
          <a:xfrm>
            <a:off x="-4202" y="6356924"/>
            <a:ext cx="5210684" cy="117267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1D9B1D-242D-3A8A-A301-309C65562897}"/>
              </a:ext>
            </a:extLst>
          </p:cNvPr>
          <p:cNvSpPr/>
          <p:nvPr/>
        </p:nvSpPr>
        <p:spPr>
          <a:xfrm>
            <a:off x="-69041" y="6604874"/>
            <a:ext cx="4032341" cy="129368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noProof="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Préparé par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588124B-3A4A-E700-CBC5-FACE0AA45AC0}"/>
              </a:ext>
            </a:extLst>
          </p:cNvPr>
          <p:cNvSpPr/>
          <p:nvPr/>
        </p:nvSpPr>
        <p:spPr>
          <a:xfrm>
            <a:off x="640857" y="4904660"/>
            <a:ext cx="4032341" cy="9842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b="1" noProof="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PORTFOLIO</a:t>
            </a:r>
            <a:endParaRPr lang="fr-FR" sz="4800" noProof="0" dirty="0">
              <a:ln w="0"/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B2E721-DC5E-67D8-43C9-3E5C2DD83822}"/>
              </a:ext>
            </a:extLst>
          </p:cNvPr>
          <p:cNvSpPr/>
          <p:nvPr/>
        </p:nvSpPr>
        <p:spPr>
          <a:xfrm>
            <a:off x="1310412" y="5557076"/>
            <a:ext cx="4537171" cy="7443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noProof="0" dirty="0">
                <a:ln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Said </a:t>
            </a:r>
            <a:r>
              <a:rPr lang="fr-FR" sz="4000" dirty="0">
                <a:ln w="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ABENNA</a:t>
            </a:r>
            <a:endParaRPr lang="fr-FR" sz="4000" noProof="0" dirty="0">
              <a:ln w="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2" name="Picture 2" descr="وزارة التربية الوطنية والتعليم الأولي والرياضة (المغرب) - ويكيبيديا">
            <a:extLst>
              <a:ext uri="{FF2B5EF4-FFF2-40B4-BE49-F238E27FC236}">
                <a16:creationId xmlns:a16="http://schemas.microsoft.com/office/drawing/2014/main" id="{79B89488-77A8-05B5-FD8F-D36B98DB8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43" y="289138"/>
            <a:ext cx="974688" cy="97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BFB2C79-FE9B-AE11-6D31-A6C23D62F271}"/>
              </a:ext>
            </a:extLst>
          </p:cNvPr>
          <p:cNvSpPr/>
          <p:nvPr/>
        </p:nvSpPr>
        <p:spPr>
          <a:xfrm rot="18382937">
            <a:off x="1579515" y="2593930"/>
            <a:ext cx="7183068" cy="9746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0" dirty="0">
                <a:ln w="0"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CRMEF-</a:t>
            </a:r>
            <a:r>
              <a:rPr lang="fr-FR" sz="2800" dirty="0">
                <a:ln w="0"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BENI-Mellal</a:t>
            </a:r>
            <a:r>
              <a:rPr lang="en-US" sz="2800" noProof="0" dirty="0">
                <a:ln w="0"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 </a:t>
            </a:r>
            <a:endParaRPr lang="fr-FR" sz="1050" noProof="0" dirty="0">
              <a:ln w="0"/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4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FB88-5515-4DCD-040D-F32A77C3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4892B339-38A1-1E76-2F36-E042069AF157}"/>
              </a:ext>
            </a:extLst>
          </p:cNvPr>
          <p:cNvSpPr/>
          <p:nvPr/>
        </p:nvSpPr>
        <p:spPr>
          <a:xfrm>
            <a:off x="29637" y="-39287"/>
            <a:ext cx="7608067" cy="10767212"/>
          </a:xfrm>
          <a:prstGeom prst="rect">
            <a:avLst/>
          </a:prstGeom>
          <a:solidFill>
            <a:srgbClr val="7791AA"/>
          </a:solidFill>
          <a:ln w="571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308E3-B9DB-2254-3106-8BF7A5463FF4}"/>
              </a:ext>
            </a:extLst>
          </p:cNvPr>
          <p:cNvSpPr/>
          <p:nvPr/>
        </p:nvSpPr>
        <p:spPr>
          <a:xfrm rot="7669726">
            <a:off x="1334279" y="2443535"/>
            <a:ext cx="7088866" cy="183880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CDF0DF-665A-5067-C6FF-8EEB495F1E60}"/>
              </a:ext>
            </a:extLst>
          </p:cNvPr>
          <p:cNvSpPr/>
          <p:nvPr/>
        </p:nvSpPr>
        <p:spPr>
          <a:xfrm rot="7669726">
            <a:off x="-1194972" y="-2736950"/>
            <a:ext cx="7346462" cy="3983553"/>
          </a:xfrm>
          <a:prstGeom prst="rect">
            <a:avLst/>
          </a:prstGeom>
          <a:gradFill flip="none" rotWithShape="1">
            <a:gsLst>
              <a:gs pos="0">
                <a:srgbClr val="5B5B5B">
                  <a:shade val="30000"/>
                  <a:satMod val="115000"/>
                </a:srgbClr>
              </a:gs>
              <a:gs pos="50000">
                <a:srgbClr val="5B5B5B">
                  <a:shade val="67500"/>
                  <a:satMod val="115000"/>
                </a:srgbClr>
              </a:gs>
              <a:gs pos="100000">
                <a:srgbClr val="5B5B5B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4FA73B-C0E3-7F2D-B181-E200FA2A41CF}"/>
              </a:ext>
            </a:extLst>
          </p:cNvPr>
          <p:cNvSpPr/>
          <p:nvPr/>
        </p:nvSpPr>
        <p:spPr>
          <a:xfrm rot="3389123">
            <a:off x="-1775722" y="1399176"/>
            <a:ext cx="5051867" cy="714592"/>
          </a:xfrm>
          <a:prstGeom prst="rect">
            <a:avLst/>
          </a:prstGeom>
          <a:solidFill>
            <a:srgbClr val="7791A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00BD21-0F84-68EA-8D07-E92D0B39079C}"/>
              </a:ext>
            </a:extLst>
          </p:cNvPr>
          <p:cNvSpPr/>
          <p:nvPr/>
        </p:nvSpPr>
        <p:spPr>
          <a:xfrm rot="7669726">
            <a:off x="552960" y="1300016"/>
            <a:ext cx="7088866" cy="1439485"/>
          </a:xfrm>
          <a:prstGeom prst="rect">
            <a:avLst/>
          </a:prstGeom>
          <a:gradFill flip="none" rotWithShape="1">
            <a:gsLst>
              <a:gs pos="0">
                <a:srgbClr val="585858">
                  <a:shade val="30000"/>
                  <a:satMod val="115000"/>
                </a:srgbClr>
              </a:gs>
              <a:gs pos="50000">
                <a:srgbClr val="585858">
                  <a:shade val="67500"/>
                  <a:satMod val="115000"/>
                </a:srgbClr>
              </a:gs>
              <a:gs pos="100000">
                <a:srgbClr val="585858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C5ECCE-5DE2-CFE2-B029-83102C2C2D90}"/>
              </a:ext>
            </a:extLst>
          </p:cNvPr>
          <p:cNvSpPr/>
          <p:nvPr/>
        </p:nvSpPr>
        <p:spPr>
          <a:xfrm rot="3389123">
            <a:off x="-2037191" y="2695818"/>
            <a:ext cx="5799457" cy="1322472"/>
          </a:xfrm>
          <a:prstGeom prst="rect">
            <a:avLst/>
          </a:prstGeom>
          <a:gradFill flip="none" rotWithShape="1">
            <a:gsLst>
              <a:gs pos="0">
                <a:srgbClr val="FFDF6B">
                  <a:shade val="30000"/>
                  <a:satMod val="115000"/>
                </a:srgbClr>
              </a:gs>
              <a:gs pos="50000">
                <a:srgbClr val="FFDF6B">
                  <a:shade val="67500"/>
                  <a:satMod val="115000"/>
                </a:srgbClr>
              </a:gs>
              <a:gs pos="100000">
                <a:srgbClr val="FFDF6B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ACB193-16BA-34C5-845C-17107FA2600D}"/>
              </a:ext>
            </a:extLst>
          </p:cNvPr>
          <p:cNvSpPr/>
          <p:nvPr/>
        </p:nvSpPr>
        <p:spPr>
          <a:xfrm rot="2164130">
            <a:off x="5390079" y="-398716"/>
            <a:ext cx="538124" cy="90840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noProof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E1FEB8-03D1-7ECB-3AAB-869C5F1B6B19}"/>
              </a:ext>
            </a:extLst>
          </p:cNvPr>
          <p:cNvSpPr/>
          <p:nvPr/>
        </p:nvSpPr>
        <p:spPr>
          <a:xfrm>
            <a:off x="-7072001" y="-311348"/>
            <a:ext cx="7183068" cy="9746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Dungeon" panose="040D0607070702040804" pitchFamily="82" charset="0"/>
              </a:rPr>
              <a:t>Portfolio</a:t>
            </a:r>
            <a:endParaRPr lang="fr-FR" sz="4400" b="1" noProof="0" dirty="0">
              <a:ln w="12700">
                <a:solidFill>
                  <a:schemeClr val="accent1"/>
                </a:solidFill>
                <a:prstDash val="solid"/>
              </a:ln>
              <a:solidFill>
                <a:srgbClr val="FFC000"/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Dungeon" panose="040D0607070702040804" pitchFamily="8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D8BA02-5B0C-6BD5-9492-82765B9DE2E1}"/>
              </a:ext>
            </a:extLst>
          </p:cNvPr>
          <p:cNvSpPr/>
          <p:nvPr/>
        </p:nvSpPr>
        <p:spPr>
          <a:xfrm>
            <a:off x="111067" y="1426071"/>
            <a:ext cx="7183068" cy="65400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 b="1" noProof="0" dirty="0">
              <a:ln/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B4EA9-F033-BA2E-06BD-1078331687A4}"/>
              </a:ext>
            </a:extLst>
          </p:cNvPr>
          <p:cNvSpPr/>
          <p:nvPr/>
        </p:nvSpPr>
        <p:spPr>
          <a:xfrm rot="5400000">
            <a:off x="-10057759" y="5538701"/>
            <a:ext cx="12004808" cy="51618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وزارة التربية الوطنية والتعليم الأولي والرياضة (المغرب) - ويكيبيديا">
            <a:extLst>
              <a:ext uri="{FF2B5EF4-FFF2-40B4-BE49-F238E27FC236}">
                <a16:creationId xmlns:a16="http://schemas.microsoft.com/office/drawing/2014/main" id="{5318FEAB-D5EC-0130-FBDA-98E50C116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69925" y="-2551854"/>
            <a:ext cx="1139028" cy="113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F69787-30E1-38F5-B0CF-907EC1505023}"/>
              </a:ext>
            </a:extLst>
          </p:cNvPr>
          <p:cNvSpPr/>
          <p:nvPr/>
        </p:nvSpPr>
        <p:spPr>
          <a:xfrm>
            <a:off x="-6472274" y="-3123296"/>
            <a:ext cx="7183068" cy="9746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CRMEF-</a:t>
            </a:r>
            <a:r>
              <a:rPr lang="fr-FR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BENI-Mellal</a:t>
            </a:r>
            <a:r>
              <a:rPr lang="en-US" sz="360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 </a:t>
            </a:r>
            <a:endParaRPr lang="fr-FR" sz="120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35CC9C-EDAD-7340-28C5-8BD113D11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290" y="981443"/>
            <a:ext cx="2762250" cy="370522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D0DD73B-2968-427A-4EAE-032E12DF4808}"/>
              </a:ext>
            </a:extLst>
          </p:cNvPr>
          <p:cNvSpPr/>
          <p:nvPr/>
        </p:nvSpPr>
        <p:spPr>
          <a:xfrm>
            <a:off x="-57465" y="4792415"/>
            <a:ext cx="7695169" cy="5935510"/>
          </a:xfrm>
          <a:prstGeom prst="rect">
            <a:avLst/>
          </a:prstGeom>
          <a:solidFill>
            <a:srgbClr val="7791AA"/>
          </a:solidFill>
          <a:ln w="571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1235C4-F934-755A-77E9-9D8BA34656BB}"/>
              </a:ext>
            </a:extLst>
          </p:cNvPr>
          <p:cNvSpPr/>
          <p:nvPr/>
        </p:nvSpPr>
        <p:spPr>
          <a:xfrm>
            <a:off x="-4203" y="6356924"/>
            <a:ext cx="7129347" cy="117267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1A19AB-C113-4A33-41E9-AA69F52F319B}"/>
              </a:ext>
            </a:extLst>
          </p:cNvPr>
          <p:cNvSpPr/>
          <p:nvPr/>
        </p:nvSpPr>
        <p:spPr>
          <a:xfrm>
            <a:off x="254929" y="6604873"/>
            <a:ext cx="6049336" cy="3185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b="1" noProof="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Préparé par:</a:t>
            </a:r>
          </a:p>
          <a:p>
            <a:endParaRPr lang="fr-FR" sz="2400" b="1" noProof="0" dirty="0">
              <a:ln/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Ilham</a:t>
            </a:r>
            <a:r>
              <a:rPr lang="fr-FR" sz="2400" b="1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OUYIDIR</a:t>
            </a:r>
          </a:p>
          <a:p>
            <a:r>
              <a:rPr lang="fr-FR" sz="240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Yassine ELADDANI</a:t>
            </a:r>
          </a:p>
          <a:p>
            <a:r>
              <a:rPr lang="fr-FR" sz="2400" dirty="0" err="1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Zakaia</a:t>
            </a:r>
            <a:r>
              <a:rPr lang="fr-FR" sz="240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HNINI</a:t>
            </a:r>
            <a:endParaRPr lang="fr-FR" sz="2400" noProof="0" dirty="0">
              <a:ln/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</a:p>
          <a:p>
            <a:r>
              <a:rPr lang="fr-FR" sz="240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HARBOUNI Mohamed-Amine</a:t>
            </a:r>
          </a:p>
          <a:p>
            <a:endParaRPr lang="fr-FR" sz="2400" b="1" noProof="0" dirty="0">
              <a:ln/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9C0D45-7572-8DA0-7A05-2503436AE15C}"/>
              </a:ext>
            </a:extLst>
          </p:cNvPr>
          <p:cNvSpPr/>
          <p:nvPr/>
        </p:nvSpPr>
        <p:spPr>
          <a:xfrm>
            <a:off x="640857" y="4904660"/>
            <a:ext cx="4032341" cy="9842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b="1" noProof="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RAPPORT</a:t>
            </a:r>
            <a:endParaRPr lang="fr-FR" sz="4800" noProof="0" dirty="0">
              <a:ln w="0"/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87DD085-C627-5E7A-0D6B-4C2358477226}"/>
              </a:ext>
            </a:extLst>
          </p:cNvPr>
          <p:cNvSpPr/>
          <p:nvPr/>
        </p:nvSpPr>
        <p:spPr>
          <a:xfrm>
            <a:off x="1111624" y="5557076"/>
            <a:ext cx="6537656" cy="7443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n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Introduction à la gestion des apprentissages</a:t>
            </a:r>
            <a:endParaRPr lang="fr-FR" sz="2000" noProof="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2" name="Picture 2" descr="وزارة التربية الوطنية والتعليم الأولي والرياضة (المغرب) - ويكيبيديا">
            <a:extLst>
              <a:ext uri="{FF2B5EF4-FFF2-40B4-BE49-F238E27FC236}">
                <a16:creationId xmlns:a16="http://schemas.microsoft.com/office/drawing/2014/main" id="{4F0A44A3-B3BC-EDFF-650B-26E57332A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43" y="289138"/>
            <a:ext cx="974688" cy="97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5F11E9C-0794-74E6-22F1-00E176CE27FF}"/>
              </a:ext>
            </a:extLst>
          </p:cNvPr>
          <p:cNvSpPr/>
          <p:nvPr/>
        </p:nvSpPr>
        <p:spPr>
          <a:xfrm rot="18382937">
            <a:off x="1579515" y="2593930"/>
            <a:ext cx="7183068" cy="9746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0" dirty="0">
                <a:ln w="0"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CRMEF-</a:t>
            </a:r>
            <a:r>
              <a:rPr lang="fr-FR" sz="2800" dirty="0">
                <a:ln w="0"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BENI-Mellal</a:t>
            </a:r>
            <a:r>
              <a:rPr lang="en-US" sz="2800" noProof="0" dirty="0">
                <a:ln w="0"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 </a:t>
            </a:r>
            <a:endParaRPr lang="fr-FR" sz="1050" noProof="0" dirty="0">
              <a:ln w="0"/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6CCF10-20DA-00DD-F855-D7ABACC61A68}"/>
              </a:ext>
            </a:extLst>
          </p:cNvPr>
          <p:cNvSpPr/>
          <p:nvPr/>
        </p:nvSpPr>
        <p:spPr>
          <a:xfrm>
            <a:off x="5313946" y="9701196"/>
            <a:ext cx="2431222" cy="9842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22 Jan </a:t>
            </a:r>
            <a:r>
              <a:rPr lang="fr-FR" sz="2000" b="1" noProof="0" dirty="0">
                <a:ln/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fr-FR" sz="2000" noProof="0" dirty="0">
              <a:ln w="0"/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714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5A89-3517-9022-07E1-5FB19C80D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059BB90E-56A9-9D58-2A36-6B1BE8BD8432}"/>
              </a:ext>
            </a:extLst>
          </p:cNvPr>
          <p:cNvSpPr/>
          <p:nvPr/>
        </p:nvSpPr>
        <p:spPr>
          <a:xfrm>
            <a:off x="29637" y="-39287"/>
            <a:ext cx="7608067" cy="10767212"/>
          </a:xfrm>
          <a:prstGeom prst="rect">
            <a:avLst/>
          </a:prstGeom>
          <a:solidFill>
            <a:srgbClr val="7791AA"/>
          </a:solidFill>
          <a:ln w="571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1">
            <a:extLst>
              <a:ext uri="{FF2B5EF4-FFF2-40B4-BE49-F238E27FC236}">
                <a16:creationId xmlns:a16="http://schemas.microsoft.com/office/drawing/2014/main" id="{B3B42018-2B6E-6E30-5F55-A82F139D7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6509755"/>
            <a:ext cx="75628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وزارة التربية الوطنية والتعليم الأولي والرياضة (المغرب) - ويكيبيديا">
            <a:extLst>
              <a:ext uri="{FF2B5EF4-FFF2-40B4-BE49-F238E27FC236}">
                <a16:creationId xmlns:a16="http://schemas.microsoft.com/office/drawing/2014/main" id="{6946EB71-42DB-6F9D-AD44-47C4F0D2C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93" y="9363456"/>
            <a:ext cx="1139028" cy="113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544033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6583</TotalTime>
  <Words>77</Words>
  <Application>Microsoft Office PowerPoint</Application>
  <PresentationFormat>Custom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Century Gothic</vt:lpstr>
      <vt:lpstr>Dungeon</vt:lpstr>
      <vt:lpstr>Times New Roman</vt:lpstr>
      <vt:lpstr>Wingdings 3</vt:lpstr>
      <vt:lpstr>Brin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</dc:title>
  <dc:creator>S. Abenna</dc:creator>
  <cp:lastModifiedBy>Said Abenna</cp:lastModifiedBy>
  <cp:revision>1740</cp:revision>
  <dcterms:created xsi:type="dcterms:W3CDTF">2015-07-03T12:55:42Z</dcterms:created>
  <dcterms:modified xsi:type="dcterms:W3CDTF">2026-01-21T16:33:45Z</dcterms:modified>
</cp:coreProperties>
</file>
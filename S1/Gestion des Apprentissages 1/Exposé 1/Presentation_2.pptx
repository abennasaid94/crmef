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4"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29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strike="noStrike" spc="-1">
                <a:solidFill>
                  <a:srgbClr val="000000"/>
                </a:solidFill>
                <a:latin typeface="Calibri"/>
              </a:rPr>
              <a:t>Click to move the slide</a:t>
            </a:r>
          </a:p>
        </p:txBody>
      </p:sp>
      <p:sp>
        <p:nvSpPr>
          <p:cNvPr id="4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GB" sz="2000" b="0" strike="noStrike" spc="-1">
                <a:latin typeface="Arial"/>
              </a:rPr>
              <a:t>Click to edit the notes format</a:t>
            </a:r>
          </a:p>
        </p:txBody>
      </p:sp>
      <p:sp>
        <p:nvSpPr>
          <p:cNvPr id="43"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GB" sz="1400" b="0" strike="noStrike" spc="-1">
                <a:latin typeface="Times New Roman"/>
              </a:rPr>
              <a:t>&lt;header&gt;</a:t>
            </a:r>
          </a:p>
        </p:txBody>
      </p:sp>
      <p:sp>
        <p:nvSpPr>
          <p:cNvPr id="44"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algn="r">
              <a:buNone/>
              <a:defRPr lang="en-GB" sz="1400" b="0" strike="noStrike" spc="-1">
                <a:latin typeface="Times New Roman"/>
              </a:defRPr>
            </a:lvl1pPr>
          </a:lstStyle>
          <a:p>
            <a:pPr algn="r">
              <a:buNone/>
            </a:pPr>
            <a:r>
              <a:rPr lang="en-GB" sz="1400" b="0" strike="noStrike" spc="-1">
                <a:latin typeface="Times New Roman"/>
              </a:rPr>
              <a:t>&lt;date/time&gt;</a:t>
            </a:r>
          </a:p>
        </p:txBody>
      </p:sp>
      <p:sp>
        <p:nvSpPr>
          <p:cNvPr id="45"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a:defRPr lang="en-GB" sz="1400" b="0" strike="noStrike" spc="-1">
                <a:latin typeface="Times New Roman"/>
              </a:defRPr>
            </a:lvl1pPr>
          </a:lstStyle>
          <a:p>
            <a:r>
              <a:rPr lang="en-GB" sz="1400" b="0" strike="noStrike" spc="-1">
                <a:latin typeface="Times New Roman"/>
              </a:rPr>
              <a:t>&lt;footer&gt;</a:t>
            </a:r>
          </a:p>
        </p:txBody>
      </p:sp>
      <p:sp>
        <p:nvSpPr>
          <p:cNvPr id="46"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algn="r">
              <a:buNone/>
              <a:defRPr lang="en-GB" sz="1400" b="0" strike="noStrike" spc="-1">
                <a:latin typeface="Times New Roman"/>
              </a:defRPr>
            </a:lvl1pPr>
          </a:lstStyle>
          <a:p>
            <a:pPr algn="r">
              <a:buNone/>
            </a:pPr>
            <a:fld id="{7D739E77-DC5C-4257-A16A-B5F3FADA7ACE}" type="slidenum">
              <a:rPr lang="en-GB" sz="1400" b="0" strike="noStrike" spc="-1">
                <a:latin typeface="Times New Roman"/>
              </a:rPr>
              <a:t>‹#›</a:t>
            </a:fld>
            <a:endParaRPr lang="en-GB"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PlaceHolder 1"/>
          <p:cNvSpPr>
            <a:spLocks noGrp="1" noRot="1" noChangeAspect="1"/>
          </p:cNvSpPr>
          <p:nvPr>
            <p:ph type="sldImg"/>
          </p:nvPr>
        </p:nvSpPr>
        <p:spPr>
          <a:xfrm>
            <a:off x="685800" y="1143000"/>
            <a:ext cx="5486400" cy="3086100"/>
          </a:xfrm>
          <a:prstGeom prst="rect">
            <a:avLst/>
          </a:prstGeom>
          <a:ln w="0">
            <a:noFill/>
          </a:ln>
        </p:spPr>
      </p:sp>
      <p:sp>
        <p:nvSpPr>
          <p:cNvPr id="489"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r>
              <a:rPr lang="fr-FR" sz="2000" b="0" strike="noStrike" spc="-1">
                <a:latin typeface="Arial"/>
              </a:rPr>
              <a:t>Salam, hi, my name is said abenna born in morocco in 1994, I want to thank you doctor hamed ekhtiari and doctor arash rahmani for the invitation to pass this postoctoral intervie in the subject of …</a:t>
            </a:r>
            <a:endParaRPr lang="en-GB" sz="2000" b="0" strike="noStrike" spc="-1">
              <a:latin typeface="Arial"/>
            </a:endParaRPr>
          </a:p>
        </p:txBody>
      </p:sp>
      <p:sp>
        <p:nvSpPr>
          <p:cNvPr id="490"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DD403D64-FA2B-4706-9298-614367A764C4}" type="slidenum">
              <a:rPr lang="en-US" sz="1200" b="0" strike="noStrike" spc="-1">
                <a:latin typeface="Times New Roman"/>
              </a:rPr>
              <a:t>1</a:t>
            </a:fld>
            <a:endParaRPr lang="en-GB"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PlaceHolder 1"/>
          <p:cNvSpPr>
            <a:spLocks noGrp="1" noRot="1" noChangeAspect="1"/>
          </p:cNvSpPr>
          <p:nvPr>
            <p:ph type="sldImg"/>
          </p:nvPr>
        </p:nvSpPr>
        <p:spPr>
          <a:xfrm>
            <a:off x="685800" y="1143000"/>
            <a:ext cx="5486400" cy="3086100"/>
          </a:xfrm>
          <a:prstGeom prst="rect">
            <a:avLst/>
          </a:prstGeom>
          <a:ln w="0">
            <a:noFill/>
          </a:ln>
        </p:spPr>
      </p:sp>
      <p:sp>
        <p:nvSpPr>
          <p:cNvPr id="492"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493"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380188D9-F03A-4ABC-91B9-D8D65C34AB48}" type="slidenum">
              <a:rPr lang="en-US" sz="1200" b="0" strike="noStrike" spc="-1">
                <a:latin typeface="Times New Roman"/>
              </a:rPr>
              <a:t>2</a:t>
            </a:fld>
            <a:endParaRPr lang="en-GB"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PlaceHolder 1"/>
          <p:cNvSpPr>
            <a:spLocks noGrp="1" noRot="1" noChangeAspect="1"/>
          </p:cNvSpPr>
          <p:nvPr>
            <p:ph type="sldImg"/>
          </p:nvPr>
        </p:nvSpPr>
        <p:spPr>
          <a:xfrm>
            <a:off x="685800" y="1143000"/>
            <a:ext cx="5486400" cy="3086100"/>
          </a:xfrm>
          <a:prstGeom prst="rect">
            <a:avLst/>
          </a:prstGeom>
          <a:ln w="0">
            <a:noFill/>
          </a:ln>
        </p:spPr>
      </p:sp>
      <p:sp>
        <p:nvSpPr>
          <p:cNvPr id="495"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496" name="PlaceHolder 3"/>
          <p:cNvSpPr>
            <a:spLocks noGrp="1"/>
          </p:cNvSpPr>
          <p:nvPr>
            <p:ph type="sldNum" idx="28"/>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0C44B24F-9231-4CAA-ACDC-9628B36FDDAD}" type="slidenum">
              <a:rPr lang="en-US" sz="1200" b="0" strike="noStrike" spc="-1">
                <a:latin typeface="Times New Roman"/>
              </a:rPr>
              <a:t>3</a:t>
            </a:fld>
            <a:endParaRPr lang="en-GB"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PlaceHolder 1"/>
          <p:cNvSpPr>
            <a:spLocks noGrp="1" noRot="1" noChangeAspect="1"/>
          </p:cNvSpPr>
          <p:nvPr>
            <p:ph type="sldImg"/>
          </p:nvPr>
        </p:nvSpPr>
        <p:spPr>
          <a:xfrm>
            <a:off x="685800" y="1143000"/>
            <a:ext cx="5486400" cy="3086100"/>
          </a:xfrm>
          <a:prstGeom prst="rect">
            <a:avLst/>
          </a:prstGeom>
          <a:ln w="0">
            <a:noFill/>
          </a:ln>
        </p:spPr>
      </p:sp>
      <p:sp>
        <p:nvSpPr>
          <p:cNvPr id="498"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499" name="PlaceHolder 3"/>
          <p:cNvSpPr>
            <a:spLocks noGrp="1"/>
          </p:cNvSpPr>
          <p:nvPr>
            <p:ph type="sldNum" idx="29"/>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289800AD-63E4-4D33-AB3D-F58845578AA7}" type="slidenum">
              <a:rPr lang="en-US" sz="1200" b="0" strike="noStrike" spc="-1">
                <a:latin typeface="Times New Roman"/>
              </a:rPr>
              <a:t>4</a:t>
            </a:fld>
            <a:endParaRPr lang="en-GB"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PlaceHolder 1"/>
          <p:cNvSpPr>
            <a:spLocks noGrp="1" noRot="1" noChangeAspect="1"/>
          </p:cNvSpPr>
          <p:nvPr>
            <p:ph type="sldImg"/>
          </p:nvPr>
        </p:nvSpPr>
        <p:spPr>
          <a:xfrm>
            <a:off x="685800" y="1143000"/>
            <a:ext cx="5486400" cy="3086100"/>
          </a:xfrm>
          <a:prstGeom prst="rect">
            <a:avLst/>
          </a:prstGeom>
          <a:ln w="0">
            <a:noFill/>
          </a:ln>
        </p:spPr>
      </p:sp>
      <p:sp>
        <p:nvSpPr>
          <p:cNvPr id="501"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502" name="PlaceHolder 3"/>
          <p:cNvSpPr>
            <a:spLocks noGrp="1"/>
          </p:cNvSpPr>
          <p:nvPr>
            <p:ph type="sldNum" idx="30"/>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EA921EA6-4B57-4805-8C9F-6C042A29C6F0}" type="slidenum">
              <a:rPr lang="en-US" sz="1200" b="0" strike="noStrike" spc="-1">
                <a:latin typeface="Times New Roman"/>
              </a:rPr>
              <a:t>5</a:t>
            </a:fld>
            <a:endParaRPr lang="en-GB"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6C23-53AF-F0CA-489C-ABE2CCB27829}"/>
            </a:ext>
          </a:extLst>
        </p:cNvPr>
        <p:cNvGrpSpPr/>
        <p:nvPr/>
      </p:nvGrpSpPr>
      <p:grpSpPr>
        <a:xfrm>
          <a:off x="0" y="0"/>
          <a:ext cx="0" cy="0"/>
          <a:chOff x="0" y="0"/>
          <a:chExt cx="0" cy="0"/>
        </a:xfrm>
      </p:grpSpPr>
      <p:sp>
        <p:nvSpPr>
          <p:cNvPr id="500" name="PlaceHolder 1">
            <a:extLst>
              <a:ext uri="{FF2B5EF4-FFF2-40B4-BE49-F238E27FC236}">
                <a16:creationId xmlns:a16="http://schemas.microsoft.com/office/drawing/2014/main" id="{A0E4CB5A-2B2A-D95F-8A7D-E13697A04001}"/>
              </a:ext>
            </a:extLst>
          </p:cNvPr>
          <p:cNvSpPr>
            <a:spLocks noGrp="1" noRot="1" noChangeAspect="1"/>
          </p:cNvSpPr>
          <p:nvPr>
            <p:ph type="sldImg"/>
          </p:nvPr>
        </p:nvSpPr>
        <p:spPr>
          <a:xfrm>
            <a:off x="685800" y="1143000"/>
            <a:ext cx="5486400" cy="3086100"/>
          </a:xfrm>
          <a:prstGeom prst="rect">
            <a:avLst/>
          </a:prstGeom>
          <a:ln w="0">
            <a:noFill/>
          </a:ln>
        </p:spPr>
      </p:sp>
      <p:sp>
        <p:nvSpPr>
          <p:cNvPr id="501" name="PlaceHolder 2">
            <a:extLst>
              <a:ext uri="{FF2B5EF4-FFF2-40B4-BE49-F238E27FC236}">
                <a16:creationId xmlns:a16="http://schemas.microsoft.com/office/drawing/2014/main" id="{7C5205B1-3FF5-A3FF-4B0A-B6F318F643E6}"/>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502" name="PlaceHolder 3">
            <a:extLst>
              <a:ext uri="{FF2B5EF4-FFF2-40B4-BE49-F238E27FC236}">
                <a16:creationId xmlns:a16="http://schemas.microsoft.com/office/drawing/2014/main" id="{923B99B0-5061-4E8B-5340-31752A18983A}"/>
              </a:ext>
            </a:extLst>
          </p:cNvPr>
          <p:cNvSpPr>
            <a:spLocks noGrp="1"/>
          </p:cNvSpPr>
          <p:nvPr>
            <p:ph type="sldNum" idx="30"/>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EA921EA6-4B57-4805-8C9F-6C042A29C6F0}" type="slidenum">
              <a:rPr lang="en-US" sz="1200" b="0" strike="noStrike" spc="-1">
                <a:latin typeface="Times New Roman"/>
              </a:rPr>
              <a:t>6</a:t>
            </a:fld>
            <a:endParaRPr lang="en-GB" sz="1200" b="0" strike="noStrike" spc="-1">
              <a:latin typeface="Times New Roman"/>
            </a:endParaRPr>
          </a:p>
        </p:txBody>
      </p:sp>
    </p:spTree>
    <p:extLst>
      <p:ext uri="{BB962C8B-B14F-4D97-AF65-F5344CB8AC3E}">
        <p14:creationId xmlns:p14="http://schemas.microsoft.com/office/powerpoint/2010/main" val="653141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PlaceHolder 1"/>
          <p:cNvSpPr>
            <a:spLocks noGrp="1" noRot="1" noChangeAspect="1"/>
          </p:cNvSpPr>
          <p:nvPr>
            <p:ph type="sldImg"/>
          </p:nvPr>
        </p:nvSpPr>
        <p:spPr>
          <a:xfrm>
            <a:off x="685800" y="1143000"/>
            <a:ext cx="5486400" cy="3086100"/>
          </a:xfrm>
          <a:prstGeom prst="rect">
            <a:avLst/>
          </a:prstGeom>
          <a:ln w="0">
            <a:noFill/>
          </a:ln>
        </p:spPr>
      </p:sp>
      <p:sp>
        <p:nvSpPr>
          <p:cNvPr id="50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508"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52BCBC74-AC0E-4344-A6C4-555D2ADED8D1}" type="slidenum">
              <a:rPr lang="en-US" sz="1200" b="0" strike="noStrike" spc="-1">
                <a:latin typeface="Times New Roman"/>
              </a:rPr>
              <a:t>7</a:t>
            </a:fld>
            <a:endParaRPr lang="en-GB"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PlaceHolder 1"/>
          <p:cNvSpPr>
            <a:spLocks noGrp="1" noRot="1" noChangeAspect="1"/>
          </p:cNvSpPr>
          <p:nvPr>
            <p:ph type="sldImg"/>
          </p:nvPr>
        </p:nvSpPr>
        <p:spPr>
          <a:xfrm>
            <a:off x="685800" y="1143000"/>
            <a:ext cx="5486400" cy="3086100"/>
          </a:xfrm>
          <a:prstGeom prst="rect">
            <a:avLst/>
          </a:prstGeom>
          <a:ln w="0">
            <a:noFill/>
          </a:ln>
        </p:spPr>
      </p:sp>
      <p:sp>
        <p:nvSpPr>
          <p:cNvPr id="51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GB" sz="2000" b="0" strike="noStrike" spc="-1">
              <a:latin typeface="Arial"/>
            </a:endParaRPr>
          </a:p>
        </p:txBody>
      </p:sp>
      <p:sp>
        <p:nvSpPr>
          <p:cNvPr id="511"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0F635B2F-E981-41DF-A4CA-FCF688A12D78}" type="slidenum">
              <a:rPr lang="en-US" sz="1200" b="0" strike="noStrike" spc="-1">
                <a:latin typeface="Times New Roman"/>
              </a:rPr>
              <a:t>8</a:t>
            </a:fld>
            <a:endParaRPr lang="en-GB"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BAD88AC3-5757-4026-B926-88A473C9D62B}"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A7750C52-381A-40FF-BBEF-EB7EB9F714FE}"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35E0273D-C2BA-4490-99B6-2524B82F13B7}"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2158D629-9215-4925-BA2A-215F7F1742B8}"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5424BC78-96B1-4E28-9299-1DADCE1FCB49}"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3640" cy="1106676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1519A3BD-0B99-4C6F-8323-A140F7620901}"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7CE23DFF-F9F8-4B8C-80E7-C5693DAFD71B}"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5623334-4748-4922-9E91-CDD762A93767}"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9DA402C-930E-4287-B358-19D3A90DF65E}"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619A8962-060C-4CA0-86FF-AA5151EDA3D2}"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77D3DC16-E0DA-436A-B059-203E1F882282}"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95806457-C389-4C2C-8C93-E600D5CC2F94}"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algn="ctr">
              <a:lnSpc>
                <a:spcPct val="90000"/>
              </a:lnSpc>
              <a:buNone/>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GB" sz="1200" b="0" strike="noStrike" spc="-1">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lang="en-GB" sz="1400" b="0" strike="noStrike" spc="-1">
                <a:latin typeface="Times New Roman"/>
              </a:defRPr>
            </a:lvl1pPr>
          </a:lstStyle>
          <a:p>
            <a:pPr algn="ctr">
              <a:buNone/>
            </a:pPr>
            <a:r>
              <a:rPr lang="en-GB" sz="1400" b="0" strike="noStrike" spc="-1">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23D6E18D-C330-4BE7-8F4A-E16F86A279CE}" type="slidenum">
              <a:rPr lang="en-US" sz="1200" b="0" strike="noStrike" spc="-1">
                <a:solidFill>
                  <a:srgbClr val="8B8B8B"/>
                </a:solidFill>
                <a:latin typeface="Calibri"/>
              </a:rPr>
              <a:t>‹#›</a:t>
            </a:fld>
            <a:endParaRPr lang="en-GB"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web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47" name="Subtitle 2"/>
          <p:cNvSpPr/>
          <p:nvPr/>
        </p:nvSpPr>
        <p:spPr>
          <a:xfrm>
            <a:off x="1401120" y="3322080"/>
            <a:ext cx="9437400" cy="1393920"/>
          </a:xfrm>
          <a:prstGeom prst="rect">
            <a:avLst/>
          </a:prstGeom>
          <a:solidFill>
            <a:schemeClr val="accent1">
              <a:lumMod val="50000"/>
            </a:schemeClr>
          </a:solidFill>
          <a:ln w="0">
            <a:noFill/>
          </a:ln>
          <a:effectLst>
            <a:outerShdw blurRad="150120" dist="250081" dir="8461089"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p:style>
        <p:txBody>
          <a:bodyPr anchor="t">
            <a:normAutofit/>
          </a:bodyPr>
          <a:lstStyle/>
          <a:p>
            <a:pPr algn="ctr">
              <a:lnSpc>
                <a:spcPct val="100000"/>
              </a:lnSpc>
              <a:spcBef>
                <a:spcPts val="1001"/>
              </a:spcBef>
              <a:buNone/>
              <a:tabLst>
                <a:tab pos="0" algn="l"/>
              </a:tabLst>
            </a:pPr>
            <a:r>
              <a:rPr lang="fr-FR" sz="3600" b="1" strike="noStrike" spc="-1" noProof="0" dirty="0">
                <a:solidFill>
                  <a:srgbClr val="FFFFFF"/>
                </a:solidFill>
                <a:latin typeface="Times New Roman"/>
              </a:rPr>
              <a:t>Introduction à la Gestion d’Apprentissage</a:t>
            </a:r>
            <a:endParaRPr lang="fr-FR" sz="3600" b="0" strike="noStrike" spc="-1" noProof="0" dirty="0">
              <a:latin typeface="Arial"/>
            </a:endParaRPr>
          </a:p>
        </p:txBody>
      </p:sp>
      <p:sp>
        <p:nvSpPr>
          <p:cNvPr id="48" name="Subtitle 2"/>
          <p:cNvSpPr/>
          <p:nvPr/>
        </p:nvSpPr>
        <p:spPr>
          <a:xfrm>
            <a:off x="2876760" y="1725480"/>
            <a:ext cx="6437880" cy="104436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algn="ctr">
              <a:lnSpc>
                <a:spcPct val="90000"/>
              </a:lnSpc>
              <a:spcBef>
                <a:spcPts val="1001"/>
              </a:spcBef>
              <a:buNone/>
              <a:tabLst>
                <a:tab pos="0" algn="l"/>
              </a:tabLst>
            </a:pPr>
            <a:r>
              <a:rPr lang="fr-FR" sz="2100" b="1" spc="-1" noProof="0" dirty="0">
                <a:solidFill>
                  <a:srgbClr val="843C0B"/>
                </a:solidFill>
                <a:latin typeface="Times New Roman"/>
              </a:rPr>
              <a:t>Parcours</a:t>
            </a:r>
            <a:r>
              <a:rPr lang="fr-FR" sz="2000" b="1" strike="noStrike" spc="-1" noProof="0" dirty="0">
                <a:solidFill>
                  <a:srgbClr val="203864"/>
                </a:solidFill>
                <a:latin typeface="Times New Roman"/>
              </a:rPr>
              <a:t> : ‘Enseignement Secondaire P</a:t>
            </a:r>
            <a:r>
              <a:rPr lang="fr-FR" sz="2000" b="1" spc="-1" noProof="0" dirty="0">
                <a:solidFill>
                  <a:srgbClr val="203864"/>
                </a:solidFill>
                <a:latin typeface="Times New Roman"/>
              </a:rPr>
              <a:t>réparatoire</a:t>
            </a:r>
            <a:r>
              <a:rPr lang="fr-FR" sz="2000" b="1" strike="noStrike" spc="-1" noProof="0" dirty="0">
                <a:solidFill>
                  <a:srgbClr val="203864"/>
                </a:solidFill>
                <a:latin typeface="Times New Roman"/>
              </a:rPr>
              <a:t>’</a:t>
            </a:r>
            <a:endParaRPr lang="fr-FR" sz="2000" b="0" strike="noStrike" spc="-1" noProof="0" dirty="0">
              <a:latin typeface="Arial"/>
            </a:endParaRPr>
          </a:p>
          <a:p>
            <a:pPr algn="ctr">
              <a:lnSpc>
                <a:spcPct val="90000"/>
              </a:lnSpc>
              <a:spcBef>
                <a:spcPts val="1001"/>
              </a:spcBef>
              <a:buNone/>
              <a:tabLst>
                <a:tab pos="0" algn="l"/>
              </a:tabLst>
            </a:pPr>
            <a:r>
              <a:rPr lang="fr-FR" sz="2000" b="1" strike="noStrike" spc="-1" noProof="0" dirty="0">
                <a:solidFill>
                  <a:srgbClr val="843C0B"/>
                </a:solidFill>
                <a:latin typeface="Times New Roman"/>
              </a:rPr>
              <a:t>Specialty </a:t>
            </a:r>
            <a:r>
              <a:rPr lang="fr-FR" sz="2000" b="1" strike="noStrike" spc="-1" noProof="0" dirty="0">
                <a:solidFill>
                  <a:srgbClr val="203864"/>
                </a:solidFill>
                <a:latin typeface="Times New Roman"/>
              </a:rPr>
              <a:t>: ‘</a:t>
            </a:r>
            <a:r>
              <a:rPr lang="fr-FR" sz="2000" b="1" spc="-1" noProof="0" dirty="0">
                <a:solidFill>
                  <a:srgbClr val="203864"/>
                </a:solidFill>
                <a:latin typeface="Times New Roman"/>
              </a:rPr>
              <a:t>Phys</a:t>
            </a:r>
            <a:r>
              <a:rPr lang="fr-FR" sz="2000" b="1" strike="noStrike" spc="-1" noProof="0" dirty="0">
                <a:solidFill>
                  <a:srgbClr val="203864"/>
                </a:solidFill>
                <a:latin typeface="Times New Roman"/>
              </a:rPr>
              <a:t>ique</a:t>
            </a:r>
            <a:r>
              <a:rPr lang="fr-FR" sz="2000" b="1" spc="-1" noProof="0" dirty="0">
                <a:solidFill>
                  <a:srgbClr val="203864"/>
                </a:solidFill>
                <a:latin typeface="Times New Roman"/>
              </a:rPr>
              <a:t>-</a:t>
            </a:r>
            <a:r>
              <a:rPr lang="fr-FR" sz="2000" b="1" strike="noStrike" spc="-1" noProof="0" dirty="0">
                <a:solidFill>
                  <a:srgbClr val="203864"/>
                </a:solidFill>
                <a:latin typeface="Times New Roman"/>
              </a:rPr>
              <a:t>Chimie’</a:t>
            </a:r>
            <a:br>
              <a:rPr lang="fr-FR" sz="100" noProof="0" dirty="0"/>
            </a:br>
            <a:endParaRPr lang="fr-FR" sz="2000" b="0" strike="noStrike" spc="-1" noProof="0" dirty="0">
              <a:latin typeface="Arial"/>
            </a:endParaRPr>
          </a:p>
        </p:txBody>
      </p:sp>
      <p:sp>
        <p:nvSpPr>
          <p:cNvPr id="49" name="Subtitle 2"/>
          <p:cNvSpPr/>
          <p:nvPr/>
        </p:nvSpPr>
        <p:spPr>
          <a:xfrm>
            <a:off x="2471400" y="5816600"/>
            <a:ext cx="7296840" cy="6518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1200" b="0" strike="noStrike" spc="-1" noProof="0" dirty="0">
                <a:solidFill>
                  <a:srgbClr val="000000"/>
                </a:solidFill>
                <a:latin typeface="Times New Roman"/>
              </a:rPr>
              <a:t>Dans la présence devant les membres du Grupe-PC3 au CRMEF</a:t>
            </a:r>
            <a:r>
              <a:rPr lang="fr-FR" sz="1200" spc="-1" noProof="0" dirty="0">
                <a:solidFill>
                  <a:srgbClr val="000000"/>
                </a:solidFill>
                <a:latin typeface="Times New Roman"/>
              </a:rPr>
              <a:t>-Beni </a:t>
            </a:r>
            <a:r>
              <a:rPr lang="fr-FR" sz="1200" b="0" strike="noStrike" spc="-1" noProof="0" dirty="0">
                <a:solidFill>
                  <a:srgbClr val="000000"/>
                </a:solidFill>
                <a:latin typeface="Times New Roman"/>
              </a:rPr>
              <a:t>Mellal</a:t>
            </a:r>
            <a:endParaRPr lang="fr-FR" sz="1200" b="0" strike="noStrike" spc="-1" noProof="0" dirty="0">
              <a:latin typeface="Arial"/>
            </a:endParaRPr>
          </a:p>
        </p:txBody>
      </p:sp>
      <p:sp>
        <p:nvSpPr>
          <p:cNvPr id="50" name="Subtitle 2"/>
          <p:cNvSpPr/>
          <p:nvPr/>
        </p:nvSpPr>
        <p:spPr>
          <a:xfrm>
            <a:off x="3763440" y="5212800"/>
            <a:ext cx="4657320" cy="3240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4000" lnSpcReduction="10000"/>
          </a:bodyPr>
          <a:lstStyle/>
          <a:p>
            <a:pPr algn="ctr">
              <a:lnSpc>
                <a:spcPct val="90000"/>
              </a:lnSpc>
              <a:spcBef>
                <a:spcPts val="1001"/>
              </a:spcBef>
              <a:buNone/>
              <a:tabLst>
                <a:tab pos="0" algn="l"/>
              </a:tabLst>
            </a:pPr>
            <a:r>
              <a:rPr lang="fr-FR" sz="1800" b="0" strike="noStrike" spc="-1" noProof="0" dirty="0">
                <a:solidFill>
                  <a:srgbClr val="C00000"/>
                </a:solidFill>
                <a:latin typeface="Times New Roman"/>
              </a:rPr>
              <a:t>Présenté par : Said ABENNA</a:t>
            </a:r>
            <a:endParaRPr lang="fr-FR" sz="1800" b="0" strike="noStrike" spc="-1" noProof="0" dirty="0">
              <a:latin typeface="Arial"/>
            </a:endParaRPr>
          </a:p>
        </p:txBody>
      </p:sp>
      <p:sp>
        <p:nvSpPr>
          <p:cNvPr id="51" name="Straight Connector 14"/>
          <p:cNvSpPr/>
          <p:nvPr/>
        </p:nvSpPr>
        <p:spPr>
          <a:xfrm flipH="1">
            <a:off x="1377000" y="420480"/>
            <a:ext cx="9437760" cy="360"/>
          </a:xfrm>
          <a:prstGeom prst="line">
            <a:avLst/>
          </a:prstGeom>
          <a:ln w="28575">
            <a:solidFill>
              <a:srgbClr val="44546A"/>
            </a:solidFill>
          </a:ln>
        </p:spPr>
        <p:style>
          <a:lnRef idx="1">
            <a:schemeClr val="accent1"/>
          </a:lnRef>
          <a:fillRef idx="0">
            <a:schemeClr val="accent1"/>
          </a:fillRef>
          <a:effectRef idx="0">
            <a:schemeClr val="accent1"/>
          </a:effectRef>
          <a:fontRef idx="minor"/>
        </p:style>
        <p:txBody>
          <a:bodyPr/>
          <a:lstStyle/>
          <a:p>
            <a:endParaRPr lang="fr-FR" noProof="0" dirty="0"/>
          </a:p>
        </p:txBody>
      </p:sp>
      <p:sp>
        <p:nvSpPr>
          <p:cNvPr id="52" name="Straight Connector 16"/>
          <p:cNvSpPr/>
          <p:nvPr/>
        </p:nvSpPr>
        <p:spPr>
          <a:xfrm flipH="1">
            <a:off x="1401120" y="1592280"/>
            <a:ext cx="9437400" cy="11880"/>
          </a:xfrm>
          <a:prstGeom prst="line">
            <a:avLst/>
          </a:prstGeom>
          <a:ln w="28575">
            <a:solidFill>
              <a:srgbClr val="44546A"/>
            </a:solidFill>
          </a:ln>
        </p:spPr>
        <p:style>
          <a:lnRef idx="1">
            <a:schemeClr val="accent1"/>
          </a:lnRef>
          <a:fillRef idx="0">
            <a:schemeClr val="accent1"/>
          </a:fillRef>
          <a:effectRef idx="0">
            <a:schemeClr val="accent1"/>
          </a:effectRef>
          <a:fontRef idx="minor"/>
        </p:style>
        <p:txBody>
          <a:bodyPr/>
          <a:lstStyle/>
          <a:p>
            <a:endParaRPr lang="fr-FR" noProof="0" dirty="0"/>
          </a:p>
        </p:txBody>
      </p:sp>
      <p:sp>
        <p:nvSpPr>
          <p:cNvPr id="53" name="Subtitle 2"/>
          <p:cNvSpPr/>
          <p:nvPr/>
        </p:nvSpPr>
        <p:spPr>
          <a:xfrm>
            <a:off x="2688120" y="519840"/>
            <a:ext cx="6807960" cy="10321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20000"/>
          </a:bodyPr>
          <a:lstStyle/>
          <a:p>
            <a:pPr algn="ctr"/>
            <a:r>
              <a:rPr lang="fr-FR" sz="2700" b="1" spc="-1" noProof="0" dirty="0">
                <a:solidFill>
                  <a:srgbClr val="203864"/>
                </a:solidFill>
                <a:latin typeface="Times New Roman"/>
              </a:rPr>
              <a:t>Ministère de l'Éducation nationale, du préscolaire &amp; des Sports </a:t>
            </a:r>
          </a:p>
          <a:p>
            <a:pPr algn="ctr">
              <a:lnSpc>
                <a:spcPct val="110000"/>
              </a:lnSpc>
              <a:spcBef>
                <a:spcPts val="1001"/>
              </a:spcBef>
              <a:buNone/>
              <a:tabLst>
                <a:tab pos="0" algn="l"/>
              </a:tabLst>
            </a:pPr>
            <a:r>
              <a:rPr lang="fr-FR" sz="1400" b="1" spc="-1" noProof="0" dirty="0">
                <a:solidFill>
                  <a:srgbClr val="203864"/>
                </a:solidFill>
                <a:latin typeface="Times New Roman"/>
              </a:rPr>
              <a:t>CRMEF-Beni Mellal</a:t>
            </a:r>
          </a:p>
        </p:txBody>
      </p:sp>
      <p:sp>
        <p:nvSpPr>
          <p:cNvPr id="54" name="Subtitle 2"/>
          <p:cNvSpPr/>
          <p:nvPr/>
        </p:nvSpPr>
        <p:spPr>
          <a:xfrm>
            <a:off x="3260880" y="2770200"/>
            <a:ext cx="5666400" cy="3708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i="1" strike="noStrike" spc="-1" noProof="0" dirty="0">
                <a:solidFill>
                  <a:srgbClr val="FF5050"/>
                </a:solidFill>
                <a:latin typeface="Times New Roman"/>
              </a:rPr>
              <a:t>Présentation dans le sujet:</a:t>
            </a:r>
            <a:endParaRPr lang="fr-FR" sz="2000" b="0" strike="noStrike" spc="-1" noProof="0" dirty="0">
              <a:latin typeface="Arial"/>
            </a:endParaRPr>
          </a:p>
        </p:txBody>
      </p:sp>
      <p:sp>
        <p:nvSpPr>
          <p:cNvPr id="55" name="Rectangle 10"/>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56" name="Rectangle 11"/>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57" name="Rectangle 12"/>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58" name="Action Button: Blank 13">
            <a:hlinkClick r:id="" action="ppaction://hlinkshowjump?jump=previousslide"/>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59" name="Action Button: Blank 17">
            <a:hlinkClick r:id="" action="ppaction://hlinkshowjump?jump=nextslide"/>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pic>
        <p:nvPicPr>
          <p:cNvPr id="6146" name="Picture 2" descr="MENPS - Organisations - Portail Open Data - Données ouvertes du Maroc">
            <a:extLst>
              <a:ext uri="{FF2B5EF4-FFF2-40B4-BE49-F238E27FC236}">
                <a16:creationId xmlns:a16="http://schemas.microsoft.com/office/drawing/2014/main" id="{D0836CBE-C02A-589D-D531-945278B597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3610" y="443160"/>
            <a:ext cx="1340060" cy="110016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ccès au cycle de qualification des cadres enseignants : ouverture des  candidatures pour 19 000 postes">
            <a:extLst>
              <a:ext uri="{FF2B5EF4-FFF2-40B4-BE49-F238E27FC236}">
                <a16:creationId xmlns:a16="http://schemas.microsoft.com/office/drawing/2014/main" id="{5106D114-BF3E-368D-DBB0-065F3D8F7CF4}"/>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05390" y="479520"/>
            <a:ext cx="1641570" cy="10134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2">
            <a:extLst>
              <a:ext uri="{FF2B5EF4-FFF2-40B4-BE49-F238E27FC236}">
                <a16:creationId xmlns:a16="http://schemas.microsoft.com/office/drawing/2014/main" id="{25853DBD-E105-D6D3-D06D-6212A0C4EFD3}"/>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3" name="PlaceHolder 1">
            <a:extLst>
              <a:ext uri="{FF2B5EF4-FFF2-40B4-BE49-F238E27FC236}">
                <a16:creationId xmlns:a16="http://schemas.microsoft.com/office/drawing/2014/main" id="{5D8608E9-BD50-E7CF-6AD2-8A658D978081}"/>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1</a:t>
            </a:fld>
            <a:r>
              <a:rPr lang="fr-FR" sz="1800" b="1" noProof="0" dirty="0">
                <a:latin typeface="Times New Roman"/>
              </a:rPr>
              <a:t> / 15</a:t>
            </a:r>
            <a:endParaRPr lang="fr-FR" sz="1800" noProof="0" dirty="0">
              <a:latin typeface="Times New Roman"/>
            </a:endParaRPr>
          </a:p>
        </p:txBody>
      </p:sp>
      <p:sp>
        <p:nvSpPr>
          <p:cNvPr id="4" name="Subtitle 2">
            <a:extLst>
              <a:ext uri="{FF2B5EF4-FFF2-40B4-BE49-F238E27FC236}">
                <a16:creationId xmlns:a16="http://schemas.microsoft.com/office/drawing/2014/main" id="{F77038FA-2FD0-F184-62BA-DC1D81D211A4}"/>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5" name="TextBox 26">
            <a:extLst>
              <a:ext uri="{FF2B5EF4-FFF2-40B4-BE49-F238E27FC236}">
                <a16:creationId xmlns:a16="http://schemas.microsoft.com/office/drawing/2014/main" id="{AA0287E8-E0CE-DDCC-C610-9A8C85B5A1F4}"/>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6" name="TextBox 27">
            <a:extLst>
              <a:ext uri="{FF2B5EF4-FFF2-40B4-BE49-F238E27FC236}">
                <a16:creationId xmlns:a16="http://schemas.microsoft.com/office/drawing/2014/main" id="{3034E695-85AE-7D08-2EAA-0AA948BC21F4}"/>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7" name="Subtitle 2">
            <a:extLst>
              <a:ext uri="{FF2B5EF4-FFF2-40B4-BE49-F238E27FC236}">
                <a16:creationId xmlns:a16="http://schemas.microsoft.com/office/drawing/2014/main" id="{4F242D6D-E8C5-DE0D-5958-60C7C47BC4E4}"/>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Subtitle 2"/>
          <p:cNvSpPr/>
          <p:nvPr/>
        </p:nvSpPr>
        <p:spPr>
          <a:xfrm>
            <a:off x="2575080" y="1671480"/>
            <a:ext cx="2646000" cy="3747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000000"/>
                </a:solidFill>
                <a:latin typeface="Times New Roman"/>
              </a:rPr>
              <a:t>Education</a:t>
            </a:r>
            <a:endParaRPr lang="fr-FR" sz="1800" b="0" strike="noStrike" spc="-1" noProof="0" dirty="0">
              <a:latin typeface="Arial"/>
            </a:endParaRPr>
          </a:p>
        </p:txBody>
      </p:sp>
      <p:sp>
        <p:nvSpPr>
          <p:cNvPr id="70" name="Oval 28"/>
          <p:cNvSpPr/>
          <p:nvPr/>
        </p:nvSpPr>
        <p:spPr>
          <a:xfrm>
            <a:off x="1813320" y="1631160"/>
            <a:ext cx="476280" cy="455400"/>
          </a:xfrm>
          <a:prstGeom prst="ellipse">
            <a:avLst/>
          </a:prstGeom>
          <a:solidFill>
            <a:srgbClr val="4472C4"/>
          </a:solidFill>
          <a:ln>
            <a:solidFill>
              <a:srgbClr val="4472C4"/>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1</a:t>
            </a:r>
            <a:endParaRPr lang="fr-FR" sz="1800" b="0" strike="noStrike" spc="-1" noProof="0" dirty="0">
              <a:latin typeface="Arial"/>
            </a:endParaRPr>
          </a:p>
        </p:txBody>
      </p:sp>
      <p:sp>
        <p:nvSpPr>
          <p:cNvPr id="71" name="Oval 29"/>
          <p:cNvSpPr/>
          <p:nvPr/>
        </p:nvSpPr>
        <p:spPr>
          <a:xfrm>
            <a:off x="1813320" y="2460960"/>
            <a:ext cx="476280" cy="455400"/>
          </a:xfrm>
          <a:prstGeom prst="ellipse">
            <a:avLst/>
          </a:prstGeom>
          <a:solidFill>
            <a:schemeClr val="accent5">
              <a:lumMod val="75000"/>
            </a:schemeClr>
          </a:solidFill>
          <a:ln>
            <a:solidFill>
              <a:srgbClr val="4472C4"/>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2</a:t>
            </a:r>
            <a:endParaRPr lang="fr-FR" sz="1800" b="0" strike="noStrike" spc="-1" noProof="0" dirty="0">
              <a:latin typeface="Arial"/>
            </a:endParaRPr>
          </a:p>
        </p:txBody>
      </p:sp>
      <p:sp>
        <p:nvSpPr>
          <p:cNvPr id="72" name="Oval 31"/>
          <p:cNvSpPr/>
          <p:nvPr/>
        </p:nvSpPr>
        <p:spPr>
          <a:xfrm>
            <a:off x="1806120" y="3376440"/>
            <a:ext cx="476280" cy="455400"/>
          </a:xfrm>
          <a:prstGeom prst="ellipse">
            <a:avLst/>
          </a:prstGeom>
          <a:solidFill>
            <a:schemeClr val="accent5">
              <a:lumMod val="75000"/>
            </a:schemeClr>
          </a:solidFill>
          <a:ln>
            <a:solidFill>
              <a:srgbClr val="4472C4"/>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3</a:t>
            </a:r>
            <a:endParaRPr lang="fr-FR" sz="1800" b="0" strike="noStrike" spc="-1" noProof="0" dirty="0">
              <a:latin typeface="Arial"/>
            </a:endParaRPr>
          </a:p>
        </p:txBody>
      </p:sp>
      <p:sp>
        <p:nvSpPr>
          <p:cNvPr id="73" name="Oval 32"/>
          <p:cNvSpPr/>
          <p:nvPr/>
        </p:nvSpPr>
        <p:spPr>
          <a:xfrm>
            <a:off x="1806120" y="4226760"/>
            <a:ext cx="476280" cy="455400"/>
          </a:xfrm>
          <a:prstGeom prst="ellipse">
            <a:avLst/>
          </a:prstGeom>
          <a:solidFill>
            <a:schemeClr val="accent5">
              <a:lumMod val="75000"/>
            </a:schemeClr>
          </a:solidFill>
          <a:ln>
            <a:solidFill>
              <a:srgbClr val="4472C4"/>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4</a:t>
            </a:r>
            <a:endParaRPr lang="fr-FR" sz="1800" b="0" strike="noStrike" spc="-1" noProof="0" dirty="0">
              <a:latin typeface="Arial"/>
            </a:endParaRPr>
          </a:p>
        </p:txBody>
      </p:sp>
      <p:sp>
        <p:nvSpPr>
          <p:cNvPr id="74" name="Rectangle 9"/>
          <p:cNvSpPr/>
          <p:nvPr/>
        </p:nvSpPr>
        <p:spPr>
          <a:xfrm>
            <a:off x="-3600" y="308880"/>
            <a:ext cx="756720" cy="455400"/>
          </a:xfrm>
          <a:prstGeom prst="rect">
            <a:avLst/>
          </a:prstGeom>
          <a:solidFill>
            <a:schemeClr val="accent4">
              <a:lumMod val="60000"/>
              <a:lumOff val="40000"/>
            </a:schemeClr>
          </a:soli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75" name="Action Button: Blank 7">
            <a:hlinkClick r:id="rId3" action="ppaction://hlinksldjump"/>
          </p:cNvPr>
          <p:cNvSpPr/>
          <p:nvPr/>
        </p:nvSpPr>
        <p:spPr>
          <a:xfrm>
            <a:off x="1897920" y="171720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76" name="Action Button: Blank 8">
            <a:hlinkClick r:id="" action="ppaction://noaction"/>
          </p:cNvPr>
          <p:cNvSpPr/>
          <p:nvPr/>
        </p:nvSpPr>
        <p:spPr>
          <a:xfrm>
            <a:off x="1897920" y="252144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77" name="Action Button: Blank 16">
            <a:hlinkClick r:id="" action="ppaction://noaction"/>
          </p:cNvPr>
          <p:cNvSpPr/>
          <p:nvPr/>
        </p:nvSpPr>
        <p:spPr>
          <a:xfrm>
            <a:off x="1897920" y="344556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78" name="Action Button: Blank 17">
            <a:hlinkClick r:id="" action="ppaction://noaction"/>
          </p:cNvPr>
          <p:cNvSpPr/>
          <p:nvPr/>
        </p:nvSpPr>
        <p:spPr>
          <a:xfrm>
            <a:off x="1897920" y="432108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79" name="Subtitle 2"/>
          <p:cNvSpPr/>
          <p:nvPr/>
        </p:nvSpPr>
        <p:spPr>
          <a:xfrm>
            <a:off x="2575080" y="2501280"/>
            <a:ext cx="2646000" cy="3747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000000"/>
                </a:solidFill>
                <a:latin typeface="Times New Roman"/>
              </a:rPr>
              <a:t>PhD Record</a:t>
            </a:r>
            <a:endParaRPr lang="fr-FR" sz="1800" b="0" strike="noStrike" spc="-1" noProof="0" dirty="0">
              <a:latin typeface="Arial"/>
            </a:endParaRPr>
          </a:p>
        </p:txBody>
      </p:sp>
      <p:sp>
        <p:nvSpPr>
          <p:cNvPr id="80" name="Subtitle 2"/>
          <p:cNvSpPr/>
          <p:nvPr/>
        </p:nvSpPr>
        <p:spPr>
          <a:xfrm>
            <a:off x="2575080" y="3428640"/>
            <a:ext cx="2646000" cy="350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000000"/>
                </a:solidFill>
                <a:latin typeface="Times New Roman"/>
              </a:rPr>
              <a:t>Professional Project</a:t>
            </a:r>
            <a:endParaRPr lang="fr-FR" sz="1800" b="0" strike="noStrike" spc="-1" noProof="0" dirty="0">
              <a:latin typeface="Arial"/>
            </a:endParaRPr>
          </a:p>
        </p:txBody>
      </p:sp>
      <p:sp>
        <p:nvSpPr>
          <p:cNvPr id="81" name="Subtitle 2"/>
          <p:cNvSpPr/>
          <p:nvPr/>
        </p:nvSpPr>
        <p:spPr>
          <a:xfrm>
            <a:off x="2575080" y="4280400"/>
            <a:ext cx="2646000" cy="350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000000"/>
                </a:solidFill>
                <a:latin typeface="Times New Roman"/>
              </a:rPr>
              <a:t>Conclusion</a:t>
            </a:r>
            <a:endParaRPr lang="fr-FR" sz="1800" b="0" strike="noStrike" spc="-1" noProof="0" dirty="0">
              <a:latin typeface="Arial"/>
            </a:endParaRPr>
          </a:p>
        </p:txBody>
      </p:sp>
      <p:sp>
        <p:nvSpPr>
          <p:cNvPr id="82" name="Rectangle 39"/>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83" name="Rectangle 40"/>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84" name="Rectangle 41"/>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85" name="Action Button: Blank 42">
            <a:hlinkClick r:id="" action="ppaction://hlinkshowjump?jump=previousslide"/>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86" name="Action Button: Blank 43">
            <a:hlinkClick r:id="" action="ppaction://hlinkshowjump?jump=nextslide"/>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93" name="Oval 2"/>
          <p:cNvSpPr/>
          <p:nvPr/>
        </p:nvSpPr>
        <p:spPr>
          <a:xfrm>
            <a:off x="1827360" y="5127840"/>
            <a:ext cx="476280" cy="455400"/>
          </a:xfrm>
          <a:prstGeom prst="ellipse">
            <a:avLst/>
          </a:prstGeom>
          <a:solidFill>
            <a:schemeClr val="accent5">
              <a:lumMod val="75000"/>
            </a:schemeClr>
          </a:solidFill>
          <a:ln>
            <a:solidFill>
              <a:srgbClr val="4472C4"/>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5</a:t>
            </a:r>
            <a:endParaRPr lang="fr-FR" sz="1800" b="0" strike="noStrike" spc="-1" noProof="0" dirty="0">
              <a:latin typeface="Arial"/>
            </a:endParaRPr>
          </a:p>
        </p:txBody>
      </p:sp>
      <p:sp>
        <p:nvSpPr>
          <p:cNvPr id="94" name="Action Button: Blank 1">
            <a:hlinkClick r:id="" action="ppaction://noaction"/>
          </p:cNvPr>
          <p:cNvSpPr/>
          <p:nvPr/>
        </p:nvSpPr>
        <p:spPr>
          <a:xfrm>
            <a:off x="1919160" y="522216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95" name="Subtitle 1"/>
          <p:cNvSpPr/>
          <p:nvPr/>
        </p:nvSpPr>
        <p:spPr>
          <a:xfrm>
            <a:off x="2596320" y="5181480"/>
            <a:ext cx="2646000" cy="350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000000"/>
                </a:solidFill>
                <a:latin typeface="Times New Roman"/>
              </a:rPr>
              <a:t>Conclusion</a:t>
            </a:r>
            <a:endParaRPr lang="fr-FR" sz="1800" b="0" strike="noStrike" spc="-1" noProof="0" dirty="0">
              <a:latin typeface="Arial"/>
            </a:endParaRPr>
          </a:p>
        </p:txBody>
      </p:sp>
      <p:sp>
        <p:nvSpPr>
          <p:cNvPr id="2" name="Subtitle 2">
            <a:extLst>
              <a:ext uri="{FF2B5EF4-FFF2-40B4-BE49-F238E27FC236}">
                <a16:creationId xmlns:a16="http://schemas.microsoft.com/office/drawing/2014/main" id="{718578AC-B4E5-C63B-6A2F-EF8C1DCAFD30}"/>
              </a:ext>
            </a:extLst>
          </p:cNvPr>
          <p:cNvSpPr/>
          <p:nvPr/>
        </p:nvSpPr>
        <p:spPr>
          <a:xfrm>
            <a:off x="753840" y="308880"/>
            <a:ext cx="11437920" cy="455400"/>
          </a:xfrm>
          <a:prstGeom prst="rect">
            <a:avLst/>
          </a:prstGeom>
          <a:solidFill>
            <a:schemeClr val="accent5">
              <a:lumMod val="50000"/>
            </a:schemeClr>
          </a:solidFill>
          <a:ln w="0">
            <a:noFill/>
          </a:ln>
          <a:scene3d>
            <a:camera prst="orthographicFront"/>
            <a:lightRig rig="threePt" dir="t"/>
          </a:scene3d>
          <a:sp3d/>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2400" b="0" strike="noStrike" spc="-1" noProof="0" dirty="0">
                <a:solidFill>
                  <a:srgbClr val="FFFFFF"/>
                </a:solidFill>
                <a:latin typeface="Times New Roman"/>
              </a:rPr>
              <a:t>Plan</a:t>
            </a:r>
            <a:endParaRPr lang="fr-FR" sz="2400" spc="-1" noProof="0" dirty="0"/>
          </a:p>
        </p:txBody>
      </p:sp>
      <p:sp>
        <p:nvSpPr>
          <p:cNvPr id="3" name="Rectangle 22">
            <a:extLst>
              <a:ext uri="{FF2B5EF4-FFF2-40B4-BE49-F238E27FC236}">
                <a16:creationId xmlns:a16="http://schemas.microsoft.com/office/drawing/2014/main" id="{6D171D95-F44B-16D3-93C5-F055BF695051}"/>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4" name="PlaceHolder 1">
            <a:extLst>
              <a:ext uri="{FF2B5EF4-FFF2-40B4-BE49-F238E27FC236}">
                <a16:creationId xmlns:a16="http://schemas.microsoft.com/office/drawing/2014/main" id="{BA2B1D93-750B-E51D-F6A8-3B4D3F59A908}"/>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2</a:t>
            </a:fld>
            <a:r>
              <a:rPr lang="fr-FR" sz="1800" b="1" noProof="0" dirty="0">
                <a:latin typeface="Times New Roman"/>
              </a:rPr>
              <a:t> / 15</a:t>
            </a:r>
            <a:endParaRPr lang="fr-FR" sz="1800" noProof="0" dirty="0">
              <a:latin typeface="Times New Roman"/>
            </a:endParaRPr>
          </a:p>
        </p:txBody>
      </p:sp>
      <p:sp>
        <p:nvSpPr>
          <p:cNvPr id="5" name="Subtitle 2">
            <a:extLst>
              <a:ext uri="{FF2B5EF4-FFF2-40B4-BE49-F238E27FC236}">
                <a16:creationId xmlns:a16="http://schemas.microsoft.com/office/drawing/2014/main" id="{DA44BBE4-B35A-040A-7062-8CC15B60CF79}"/>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6" name="TextBox 26">
            <a:extLst>
              <a:ext uri="{FF2B5EF4-FFF2-40B4-BE49-F238E27FC236}">
                <a16:creationId xmlns:a16="http://schemas.microsoft.com/office/drawing/2014/main" id="{B38BB53A-21A8-57A1-0970-6EF6601D822F}"/>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7" name="TextBox 27">
            <a:extLst>
              <a:ext uri="{FF2B5EF4-FFF2-40B4-BE49-F238E27FC236}">
                <a16:creationId xmlns:a16="http://schemas.microsoft.com/office/drawing/2014/main" id="{C10283CF-B6B8-F977-F988-2C83BDCED118}"/>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8" name="Subtitle 2">
            <a:extLst>
              <a:ext uri="{FF2B5EF4-FFF2-40B4-BE49-F238E27FC236}">
                <a16:creationId xmlns:a16="http://schemas.microsoft.com/office/drawing/2014/main" id="{89DFEC79-B59A-DE17-7FBC-94231B212A4D}"/>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additive="repl">
                                        <p:cTn id="7" dur="500"/>
                                        <p:tgtEl>
                                          <p:spTgt spid="69"/>
                                        </p:tgtEl>
                                      </p:cBhvr>
                                    </p:animEffect>
                                  </p:childTnLst>
                                </p:cTn>
                              </p:par>
                              <p:par>
                                <p:cTn id="8" presetID="10" presetClass="entr" fill="hold"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fade">
                                      <p:cBhvr additive="repl">
                                        <p:cTn id="10" dur="500"/>
                                        <p:tgtEl>
                                          <p:spTgt spid="7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fade">
                                      <p:cBhvr additive="repl">
                                        <p:cTn id="15" dur="500"/>
                                        <p:tgtEl>
                                          <p:spTgt spid="71"/>
                                        </p:tgtEl>
                                      </p:cBhvr>
                                    </p:animEffect>
                                  </p:childTnLst>
                                </p:cTn>
                              </p:par>
                              <p:par>
                                <p:cTn id="16" presetID="10" presetClass="entr" fill="hold" nodeType="with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fade">
                                      <p:cBhvr additive="repl">
                                        <p:cTn id="18" dur="500"/>
                                        <p:tgtEl>
                                          <p:spTgt spid="7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fill="hold" nodeType="clickEffect">
                                  <p:stCondLst>
                                    <p:cond delay="0"/>
                                  </p:stCondLst>
                                  <p:childTnLst>
                                    <p:set>
                                      <p:cBhvr>
                                        <p:cTn id="22" dur="1" fill="hold">
                                          <p:stCondLst>
                                            <p:cond delay="0"/>
                                          </p:stCondLst>
                                        </p:cTn>
                                        <p:tgtEl>
                                          <p:spTgt spid="80"/>
                                        </p:tgtEl>
                                        <p:attrNameLst>
                                          <p:attrName>style.visibility</p:attrName>
                                        </p:attrNameLst>
                                      </p:cBhvr>
                                      <p:to>
                                        <p:strVal val="visible"/>
                                      </p:to>
                                    </p:set>
                                    <p:animEffect transition="in" filter="fade">
                                      <p:cBhvr additive="repl">
                                        <p:cTn id="23" dur="500"/>
                                        <p:tgtEl>
                                          <p:spTgt spid="80"/>
                                        </p:tgtEl>
                                      </p:cBhvr>
                                    </p:animEffect>
                                  </p:childTnLst>
                                </p:cTn>
                              </p:par>
                              <p:par>
                                <p:cTn id="24" presetID="10" presetClass="entr" fill="hold" nodeType="withEffect">
                                  <p:stCondLst>
                                    <p:cond delay="0"/>
                                  </p:stCondLst>
                                  <p:childTnLst>
                                    <p:set>
                                      <p:cBhvr>
                                        <p:cTn id="25" dur="1" fill="hold">
                                          <p:stCondLst>
                                            <p:cond delay="0"/>
                                          </p:stCondLst>
                                        </p:cTn>
                                        <p:tgtEl>
                                          <p:spTgt spid="72"/>
                                        </p:tgtEl>
                                        <p:attrNameLst>
                                          <p:attrName>style.visibility</p:attrName>
                                        </p:attrNameLst>
                                      </p:cBhvr>
                                      <p:to>
                                        <p:strVal val="visible"/>
                                      </p:to>
                                    </p:set>
                                    <p:animEffect transition="in" filter="fade">
                                      <p:cBhvr additive="repl">
                                        <p:cTn id="26" dur="500"/>
                                        <p:tgtEl>
                                          <p:spTgt spid="7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fill="hold" nodeType="click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fade">
                                      <p:cBhvr additive="repl">
                                        <p:cTn id="31" dur="500"/>
                                        <p:tgtEl>
                                          <p:spTgt spid="81"/>
                                        </p:tgtEl>
                                      </p:cBhvr>
                                    </p:animEffect>
                                  </p:childTnLst>
                                </p:cTn>
                              </p:par>
                              <p:par>
                                <p:cTn id="32" presetID="10" presetClass="entr" fill="hold" nodeType="withEffect">
                                  <p:stCondLst>
                                    <p:cond delay="0"/>
                                  </p:stCondLst>
                                  <p:childTnLst>
                                    <p:set>
                                      <p:cBhvr>
                                        <p:cTn id="33" dur="1" fill="hold">
                                          <p:stCondLst>
                                            <p:cond delay="0"/>
                                          </p:stCondLst>
                                        </p:cTn>
                                        <p:tgtEl>
                                          <p:spTgt spid="73"/>
                                        </p:tgtEl>
                                        <p:attrNameLst>
                                          <p:attrName>style.visibility</p:attrName>
                                        </p:attrNameLst>
                                      </p:cBhvr>
                                      <p:to>
                                        <p:strVal val="visible"/>
                                      </p:to>
                                    </p:set>
                                    <p:animEffect transition="in" filter="fade">
                                      <p:cBhvr additive="repl">
                                        <p:cTn id="34" dur="500"/>
                                        <p:tgtEl>
                                          <p:spTgt spid="7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par>
                                <p:cTn id="39" presetID="1" presetClass="entr" presetSubtype="0" fill="hold" grpId="0" nodeType="withEffect" nodePh="1">
                                  <p:stCondLst>
                                    <p:cond delay="0"/>
                                  </p:stCondLst>
                                  <p:endCondLst>
                                    <p:cond evt="begin" delay="0">
                                      <p:tn val="39"/>
                                    </p:cond>
                                  </p:endCondLst>
                                  <p:childTnLst>
                                    <p:set>
                                      <p:cBhvr>
                                        <p:cTn id="40" dur="1" fill="hold">
                                          <p:stCondLst>
                                            <p:cond delay="0"/>
                                          </p:stCondLst>
                                        </p:cTn>
                                        <p:tgtEl>
                                          <p:spTgt spid="9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4" grpId="0"/>
      <p:bldP spid="9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
          <p:cNvSpPr/>
          <p:nvPr/>
        </p:nvSpPr>
        <p:spPr>
          <a:xfrm>
            <a:off x="-3600" y="308880"/>
            <a:ext cx="756720" cy="455400"/>
          </a:xfrm>
          <a:prstGeom prst="rect">
            <a:avLst/>
          </a:prstGeom>
          <a:solidFill>
            <a:schemeClr val="accent4">
              <a:lumMod val="60000"/>
              <a:lumOff val="40000"/>
            </a:schemeClr>
          </a:soli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98" name="Rectangle 39"/>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99" name="Rectangle 40"/>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00" name="Rectangle 41"/>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01" name="Action Button: Blank 42">
            <a:hlinkClick r:id="" action="ppaction://hlinkshowjump?jump=previousslide"/>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02" name="Action Button: Blank 43">
            <a:hlinkClick r:id="" action="ppaction://hlinkshowjump?jump=nextslide"/>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09" name="Subtitle 2"/>
          <p:cNvSpPr/>
          <p:nvPr/>
        </p:nvSpPr>
        <p:spPr>
          <a:xfrm>
            <a:off x="2568960" y="1582560"/>
            <a:ext cx="2646000" cy="3747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000000"/>
                </a:solidFill>
                <a:latin typeface="Times New Roman"/>
              </a:rPr>
              <a:t>Education</a:t>
            </a:r>
            <a:endParaRPr lang="fr-FR" sz="1800" b="0" strike="noStrike" spc="-1" noProof="0" dirty="0">
              <a:latin typeface="Arial"/>
            </a:endParaRPr>
          </a:p>
        </p:txBody>
      </p:sp>
      <p:sp>
        <p:nvSpPr>
          <p:cNvPr id="110" name="Oval 8"/>
          <p:cNvSpPr/>
          <p:nvPr/>
        </p:nvSpPr>
        <p:spPr>
          <a:xfrm>
            <a:off x="1807200" y="1542240"/>
            <a:ext cx="476280" cy="455400"/>
          </a:xfrm>
          <a:prstGeom prst="ellipse">
            <a:avLst/>
          </a:prstGeom>
          <a:solidFill>
            <a:srgbClr val="4472C4"/>
          </a:solidFill>
          <a:ln>
            <a:solidFill>
              <a:srgbClr val="4472C4"/>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1</a:t>
            </a:r>
            <a:endParaRPr lang="fr-FR" sz="1800" b="0" strike="noStrike" spc="-1" noProof="0" dirty="0">
              <a:latin typeface="Arial"/>
            </a:endParaRPr>
          </a:p>
        </p:txBody>
      </p:sp>
      <p:sp>
        <p:nvSpPr>
          <p:cNvPr id="111" name="Oval 10"/>
          <p:cNvSpPr/>
          <p:nvPr/>
        </p:nvSpPr>
        <p:spPr>
          <a:xfrm>
            <a:off x="1807200" y="2372040"/>
            <a:ext cx="476280" cy="455400"/>
          </a:xfrm>
          <a:prstGeom prst="ellipse">
            <a:avLst/>
          </a:prstGeom>
          <a:solidFill>
            <a:schemeClr val="tx2">
              <a:lumMod val="20000"/>
              <a:lumOff val="80000"/>
            </a:schemeClr>
          </a:solidFill>
          <a:ln>
            <a:solidFill>
              <a:srgbClr val="44546A">
                <a:lumMod val="20000"/>
                <a:lumOff val="80000"/>
              </a:srgbClr>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2</a:t>
            </a:r>
            <a:endParaRPr lang="fr-FR" sz="1800" b="0" strike="noStrike" spc="-1" noProof="0" dirty="0">
              <a:latin typeface="Arial"/>
            </a:endParaRPr>
          </a:p>
        </p:txBody>
      </p:sp>
      <p:sp>
        <p:nvSpPr>
          <p:cNvPr id="112" name="Oval 11"/>
          <p:cNvSpPr/>
          <p:nvPr/>
        </p:nvSpPr>
        <p:spPr>
          <a:xfrm>
            <a:off x="1800000" y="3287520"/>
            <a:ext cx="476280" cy="455400"/>
          </a:xfrm>
          <a:prstGeom prst="ellipse">
            <a:avLst/>
          </a:prstGeom>
          <a:solidFill>
            <a:schemeClr val="tx2">
              <a:lumMod val="20000"/>
              <a:lumOff val="80000"/>
            </a:schemeClr>
          </a:solidFill>
          <a:ln>
            <a:solidFill>
              <a:srgbClr val="44546A">
                <a:lumMod val="20000"/>
                <a:lumOff val="80000"/>
              </a:srgbClr>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3</a:t>
            </a:r>
            <a:endParaRPr lang="fr-FR" sz="1800" b="0" strike="noStrike" spc="-1" noProof="0" dirty="0">
              <a:latin typeface="Arial"/>
            </a:endParaRPr>
          </a:p>
        </p:txBody>
      </p:sp>
      <p:sp>
        <p:nvSpPr>
          <p:cNvPr id="113" name="Oval 15"/>
          <p:cNvSpPr/>
          <p:nvPr/>
        </p:nvSpPr>
        <p:spPr>
          <a:xfrm>
            <a:off x="1800000" y="4137840"/>
            <a:ext cx="476280" cy="455400"/>
          </a:xfrm>
          <a:prstGeom prst="ellipse">
            <a:avLst/>
          </a:prstGeom>
          <a:solidFill>
            <a:schemeClr val="tx2">
              <a:lumMod val="20000"/>
              <a:lumOff val="80000"/>
            </a:schemeClr>
          </a:solidFill>
          <a:ln>
            <a:solidFill>
              <a:srgbClr val="44546A">
                <a:lumMod val="20000"/>
                <a:lumOff val="80000"/>
              </a:srgbClr>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4</a:t>
            </a:r>
            <a:endParaRPr lang="fr-FR" sz="1800" b="0" strike="noStrike" spc="-1" noProof="0" dirty="0">
              <a:latin typeface="Arial"/>
            </a:endParaRPr>
          </a:p>
        </p:txBody>
      </p:sp>
      <p:sp>
        <p:nvSpPr>
          <p:cNvPr id="114" name="Action Button: Blank 16">
            <a:hlinkClick r:id="rId3" action="ppaction://hlinksldjump"/>
          </p:cNvPr>
          <p:cNvSpPr/>
          <p:nvPr/>
        </p:nvSpPr>
        <p:spPr>
          <a:xfrm>
            <a:off x="1891800" y="162828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15" name="Action Button: Blank 17">
            <a:hlinkClick r:id="" action="ppaction://noaction"/>
          </p:cNvPr>
          <p:cNvSpPr/>
          <p:nvPr/>
        </p:nvSpPr>
        <p:spPr>
          <a:xfrm>
            <a:off x="1891800" y="243252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16" name="Action Button: Blank 20">
            <a:hlinkClick r:id="" action="ppaction://noaction"/>
          </p:cNvPr>
          <p:cNvSpPr/>
          <p:nvPr/>
        </p:nvSpPr>
        <p:spPr>
          <a:xfrm>
            <a:off x="1891800" y="335664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17" name="Action Button: Blank 21">
            <a:hlinkClick r:id="" action="ppaction://noaction"/>
          </p:cNvPr>
          <p:cNvSpPr/>
          <p:nvPr/>
        </p:nvSpPr>
        <p:spPr>
          <a:xfrm>
            <a:off x="1891800" y="423216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18" name="Subtitle 2"/>
          <p:cNvSpPr/>
          <p:nvPr/>
        </p:nvSpPr>
        <p:spPr>
          <a:xfrm>
            <a:off x="2568960" y="2412360"/>
            <a:ext cx="2646000" cy="3747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D6DCE5"/>
                </a:solidFill>
                <a:latin typeface="Times New Roman"/>
              </a:rPr>
              <a:t>PhD Record</a:t>
            </a:r>
            <a:endParaRPr lang="fr-FR" sz="1800" b="0" strike="noStrike" spc="-1" noProof="0" dirty="0">
              <a:latin typeface="Arial"/>
            </a:endParaRPr>
          </a:p>
        </p:txBody>
      </p:sp>
      <p:sp>
        <p:nvSpPr>
          <p:cNvPr id="119" name="Subtitle 2"/>
          <p:cNvSpPr/>
          <p:nvPr/>
        </p:nvSpPr>
        <p:spPr>
          <a:xfrm>
            <a:off x="2568960" y="3339720"/>
            <a:ext cx="2646000" cy="350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D6DCE5"/>
                </a:solidFill>
                <a:latin typeface="Times New Roman"/>
              </a:rPr>
              <a:t>Professional Project</a:t>
            </a:r>
            <a:endParaRPr lang="fr-FR" sz="1800" b="0" strike="noStrike" spc="-1" noProof="0" dirty="0">
              <a:latin typeface="Arial"/>
            </a:endParaRPr>
          </a:p>
        </p:txBody>
      </p:sp>
      <p:sp>
        <p:nvSpPr>
          <p:cNvPr id="120" name="Subtitle 2"/>
          <p:cNvSpPr/>
          <p:nvPr/>
        </p:nvSpPr>
        <p:spPr>
          <a:xfrm>
            <a:off x="2568960" y="4191480"/>
            <a:ext cx="2646000" cy="350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D6DCE5"/>
                </a:solidFill>
                <a:latin typeface="Times New Roman"/>
              </a:rPr>
              <a:t>Conclusion</a:t>
            </a:r>
            <a:endParaRPr lang="fr-FR" sz="1800" b="0" strike="noStrike" spc="-1" noProof="0" dirty="0">
              <a:latin typeface="Arial"/>
            </a:endParaRPr>
          </a:p>
        </p:txBody>
      </p:sp>
      <p:sp>
        <p:nvSpPr>
          <p:cNvPr id="121" name="Oval 3"/>
          <p:cNvSpPr/>
          <p:nvPr/>
        </p:nvSpPr>
        <p:spPr>
          <a:xfrm>
            <a:off x="1821240" y="5038920"/>
            <a:ext cx="476280" cy="455400"/>
          </a:xfrm>
          <a:prstGeom prst="ellipse">
            <a:avLst/>
          </a:prstGeom>
          <a:solidFill>
            <a:schemeClr val="tx2">
              <a:lumMod val="20000"/>
              <a:lumOff val="80000"/>
            </a:schemeClr>
          </a:solidFill>
          <a:ln>
            <a:solidFill>
              <a:srgbClr val="44546A">
                <a:lumMod val="20000"/>
                <a:lumOff val="80000"/>
              </a:srgbClr>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1800" b="0" strike="noStrike" spc="-1" noProof="0" dirty="0">
                <a:solidFill>
                  <a:srgbClr val="FFFFFF"/>
                </a:solidFill>
                <a:latin typeface="Calibri"/>
              </a:rPr>
              <a:t>5</a:t>
            </a:r>
            <a:endParaRPr lang="fr-FR" sz="1800" b="0" strike="noStrike" spc="-1" noProof="0" dirty="0">
              <a:latin typeface="Arial"/>
            </a:endParaRPr>
          </a:p>
        </p:txBody>
      </p:sp>
      <p:sp>
        <p:nvSpPr>
          <p:cNvPr id="122" name="Action Button: Blank 2">
            <a:hlinkClick r:id="" action="ppaction://noaction"/>
          </p:cNvPr>
          <p:cNvSpPr/>
          <p:nvPr/>
        </p:nvSpPr>
        <p:spPr>
          <a:xfrm>
            <a:off x="1913040" y="513324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23" name="Subtitle 3"/>
          <p:cNvSpPr/>
          <p:nvPr/>
        </p:nvSpPr>
        <p:spPr>
          <a:xfrm>
            <a:off x="2590200" y="5092560"/>
            <a:ext cx="2646000" cy="350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1800" b="0" strike="noStrike" spc="-1" noProof="0" dirty="0">
                <a:solidFill>
                  <a:srgbClr val="D6DCE5"/>
                </a:solidFill>
                <a:latin typeface="Times New Roman"/>
              </a:rPr>
              <a:t>Conclusion</a:t>
            </a:r>
            <a:endParaRPr lang="fr-FR" sz="1800" b="0" strike="noStrike" spc="-1" noProof="0" dirty="0">
              <a:latin typeface="Arial"/>
            </a:endParaRPr>
          </a:p>
        </p:txBody>
      </p:sp>
      <p:sp>
        <p:nvSpPr>
          <p:cNvPr id="4" name="Subtitle 2">
            <a:extLst>
              <a:ext uri="{FF2B5EF4-FFF2-40B4-BE49-F238E27FC236}">
                <a16:creationId xmlns:a16="http://schemas.microsoft.com/office/drawing/2014/main" id="{B54D597C-4AD8-726D-99DD-3BE82DAE2850}"/>
              </a:ext>
            </a:extLst>
          </p:cNvPr>
          <p:cNvSpPr/>
          <p:nvPr/>
        </p:nvSpPr>
        <p:spPr>
          <a:xfrm>
            <a:off x="753840" y="308880"/>
            <a:ext cx="11437920" cy="455400"/>
          </a:xfrm>
          <a:prstGeom prst="rect">
            <a:avLst/>
          </a:prstGeom>
          <a:solidFill>
            <a:schemeClr val="accent5">
              <a:lumMod val="50000"/>
            </a:schemeClr>
          </a:solidFill>
          <a:ln w="0">
            <a:noFill/>
          </a:ln>
          <a:scene3d>
            <a:camera prst="orthographicFront"/>
            <a:lightRig rig="threePt" dir="t"/>
          </a:scene3d>
          <a:sp3d/>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2400" b="0" strike="noStrike" spc="-1" noProof="0" dirty="0">
                <a:solidFill>
                  <a:srgbClr val="FFFFFF"/>
                </a:solidFill>
                <a:latin typeface="Times New Roman"/>
              </a:rPr>
              <a:t>Plan</a:t>
            </a:r>
            <a:endParaRPr lang="fr-FR" sz="2400" spc="-1" noProof="0" dirty="0"/>
          </a:p>
        </p:txBody>
      </p:sp>
      <p:sp>
        <p:nvSpPr>
          <p:cNvPr id="2" name="Rectangle 22">
            <a:extLst>
              <a:ext uri="{FF2B5EF4-FFF2-40B4-BE49-F238E27FC236}">
                <a16:creationId xmlns:a16="http://schemas.microsoft.com/office/drawing/2014/main" id="{1CBF99DE-EA66-3682-87A1-2BD5FE43F38C}"/>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3" name="PlaceHolder 1">
            <a:extLst>
              <a:ext uri="{FF2B5EF4-FFF2-40B4-BE49-F238E27FC236}">
                <a16:creationId xmlns:a16="http://schemas.microsoft.com/office/drawing/2014/main" id="{F46F4128-7D20-6B3A-15F0-67BA2E5E6AE9}"/>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3</a:t>
            </a:fld>
            <a:r>
              <a:rPr lang="fr-FR" sz="1800" b="1" noProof="0" dirty="0">
                <a:latin typeface="Times New Roman"/>
              </a:rPr>
              <a:t> / 15</a:t>
            </a:r>
            <a:endParaRPr lang="fr-FR" sz="1800" noProof="0" dirty="0">
              <a:latin typeface="Times New Roman"/>
            </a:endParaRPr>
          </a:p>
        </p:txBody>
      </p:sp>
      <p:sp>
        <p:nvSpPr>
          <p:cNvPr id="5" name="Subtitle 2">
            <a:extLst>
              <a:ext uri="{FF2B5EF4-FFF2-40B4-BE49-F238E27FC236}">
                <a16:creationId xmlns:a16="http://schemas.microsoft.com/office/drawing/2014/main" id="{ACECC3D3-065F-90A7-EFC4-8518E70B54B3}"/>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6" name="TextBox 26">
            <a:extLst>
              <a:ext uri="{FF2B5EF4-FFF2-40B4-BE49-F238E27FC236}">
                <a16:creationId xmlns:a16="http://schemas.microsoft.com/office/drawing/2014/main" id="{7A56F864-8338-82FE-DD61-AA6B5CAC381E}"/>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7" name="TextBox 27">
            <a:extLst>
              <a:ext uri="{FF2B5EF4-FFF2-40B4-BE49-F238E27FC236}">
                <a16:creationId xmlns:a16="http://schemas.microsoft.com/office/drawing/2014/main" id="{F0135FEB-1B3E-D1F3-1315-22FE6B3266D7}"/>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8" name="Subtitle 2">
            <a:extLst>
              <a:ext uri="{FF2B5EF4-FFF2-40B4-BE49-F238E27FC236}">
                <a16:creationId xmlns:a16="http://schemas.microsoft.com/office/drawing/2014/main" id="{2DEF482F-C94A-66FC-A292-870069022A05}"/>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125" name="Rectangle 4"/>
          <p:cNvSpPr/>
          <p:nvPr/>
        </p:nvSpPr>
        <p:spPr>
          <a:xfrm>
            <a:off x="-3600" y="308880"/>
            <a:ext cx="756720" cy="455400"/>
          </a:xfrm>
          <a:prstGeom prst="rect">
            <a:avLst/>
          </a:prstGeom>
          <a:solidFill>
            <a:schemeClr val="accent4">
              <a:lumMod val="60000"/>
              <a:lumOff val="40000"/>
            </a:schemeClr>
          </a:soli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26" name="Oval 10"/>
          <p:cNvSpPr/>
          <p:nvPr/>
        </p:nvSpPr>
        <p:spPr>
          <a:xfrm>
            <a:off x="191880" y="340200"/>
            <a:ext cx="366480" cy="374040"/>
          </a:xfrm>
          <a:prstGeom prst="ellipse">
            <a:avLst/>
          </a:prstGeom>
          <a:solidFill>
            <a:schemeClr val="accent5">
              <a:lumMod val="50000"/>
            </a:schemeClr>
          </a:solidFill>
          <a:ln>
            <a:noFill/>
          </a:ln>
          <a:effectLst>
            <a:outerShdw blurRad="44280" dist="2808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2400" b="0" strike="noStrike" spc="-1" noProof="0" dirty="0">
                <a:solidFill>
                  <a:srgbClr val="FFFFFF"/>
                </a:solidFill>
                <a:latin typeface="Calibri"/>
              </a:rPr>
              <a:t>1</a:t>
            </a:r>
            <a:endParaRPr lang="fr-FR" sz="2400" b="0" strike="noStrike" spc="-1" noProof="0" dirty="0">
              <a:latin typeface="Arial"/>
            </a:endParaRPr>
          </a:p>
        </p:txBody>
      </p:sp>
      <p:sp>
        <p:nvSpPr>
          <p:cNvPr id="127" name="Action Button: Blank 20">
            <a:hlinkClick r:id="rId3" action="ppaction://hlinksldjump"/>
          </p:cNvPr>
          <p:cNvSpPr/>
          <p:nvPr/>
        </p:nvSpPr>
        <p:spPr>
          <a:xfrm>
            <a:off x="228600" y="38592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28" name="Rectangle 36"/>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29" name="Rectangle 37"/>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30" name="Rectangle 38"/>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31" name="Action Button: Blank 39">
            <a:hlinkClick r:id="" action="ppaction://hlinkshowjump?jump=previousslide"/>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32" name="Action Button: Blank 40">
            <a:hlinkClick r:id="" action="ppaction://hlinkshowjump?jump=nextslide"/>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33" name="Subtitle 2"/>
          <p:cNvSpPr/>
          <p:nvPr/>
        </p:nvSpPr>
        <p:spPr>
          <a:xfrm>
            <a:off x="753120" y="1026205"/>
            <a:ext cx="6549380" cy="4685482"/>
          </a:xfrm>
          <a:prstGeom prst="rect">
            <a:avLst/>
          </a:prstGeom>
          <a:solidFill>
            <a:schemeClr val="accent1">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rmAutofit fontScale="97500"/>
          </a:bodyPr>
          <a:lstStyle/>
          <a:p>
            <a:pPr>
              <a:lnSpc>
                <a:spcPct val="90000"/>
              </a:lnSpc>
              <a:spcBef>
                <a:spcPts val="1001"/>
              </a:spcBef>
              <a:buNone/>
            </a:pPr>
            <a:endParaRPr lang="fr-FR" sz="2100" spc="-1" noProof="0" dirty="0">
              <a:solidFill>
                <a:srgbClr val="203864"/>
              </a:solidFill>
              <a:latin typeface="Times New Roman"/>
            </a:endParaRPr>
          </a:p>
          <a:p>
            <a:pPr>
              <a:lnSpc>
                <a:spcPct val="90000"/>
              </a:lnSpc>
              <a:spcBef>
                <a:spcPts val="1001"/>
              </a:spcBef>
              <a:buNone/>
            </a:pPr>
            <a:r>
              <a:rPr lang="fr-FR" sz="2100" spc="-1" noProof="0" dirty="0">
                <a:solidFill>
                  <a:srgbClr val="203864"/>
                </a:solidFill>
                <a:latin typeface="Times New Roman"/>
              </a:rPr>
              <a:t>Un objectif d’apprentissage décrit ce qu’un étudiant sera en mesure de faire à la fin d’un enseignement ou d’une séance de cours. Il découle d’un contenu d’enseignement et se traduit en compétence(s) que l’apprenant développera à travers les activités d’apprentissage proposées, et dont l’atteinte peut être évaluée à l’issue du cours. Aussi, pour cibler des objectifs, il faut tout d’abord s’intéresser aux contenus qui seront abordés à travers d’un cours.</a:t>
            </a:r>
          </a:p>
          <a:p>
            <a:pPr>
              <a:lnSpc>
                <a:spcPct val="90000"/>
              </a:lnSpc>
              <a:spcBef>
                <a:spcPts val="1001"/>
              </a:spcBef>
              <a:buNone/>
            </a:pPr>
            <a:r>
              <a:rPr lang="fr-FR" sz="2100" spc="-1" noProof="0" dirty="0">
                <a:solidFill>
                  <a:srgbClr val="203864"/>
                </a:solidFill>
                <a:latin typeface="Times New Roman"/>
              </a:rPr>
              <a:t> </a:t>
            </a:r>
          </a:p>
          <a:p>
            <a:pPr>
              <a:lnSpc>
                <a:spcPct val="90000"/>
              </a:lnSpc>
              <a:spcBef>
                <a:spcPts val="1001"/>
              </a:spcBef>
              <a:buNone/>
            </a:pPr>
            <a:r>
              <a:rPr lang="fr-FR" sz="2100" spc="-1" noProof="0" dirty="0">
                <a:solidFill>
                  <a:srgbClr val="203864"/>
                </a:solidFill>
                <a:latin typeface="Times New Roman"/>
              </a:rPr>
              <a:t>Il est possible de classer un apprentissage selon trois grandes catégories : les </a:t>
            </a:r>
            <a:r>
              <a:rPr lang="fr-FR" sz="2100" spc="-1" dirty="0">
                <a:solidFill>
                  <a:srgbClr val="203864"/>
                </a:solidFill>
                <a:latin typeface="Times New Roman"/>
              </a:rPr>
              <a:t>objectifs</a:t>
            </a:r>
            <a:r>
              <a:rPr lang="fr-FR" sz="2100" spc="-1" noProof="0" dirty="0">
                <a:solidFill>
                  <a:srgbClr val="203864"/>
                </a:solidFill>
                <a:latin typeface="Times New Roman"/>
              </a:rPr>
              <a:t> </a:t>
            </a:r>
            <a:r>
              <a:rPr lang="fr-FR" sz="2100" b="1" spc="-1" noProof="0" dirty="0">
                <a:solidFill>
                  <a:srgbClr val="203864"/>
                </a:solidFill>
                <a:latin typeface="Times New Roman"/>
              </a:rPr>
              <a:t>cognitifs (savoir)</a:t>
            </a:r>
            <a:r>
              <a:rPr lang="fr-FR" sz="2100" spc="-1" noProof="0" dirty="0">
                <a:solidFill>
                  <a:srgbClr val="203864"/>
                </a:solidFill>
                <a:latin typeface="Times New Roman"/>
              </a:rPr>
              <a:t>, les </a:t>
            </a:r>
            <a:r>
              <a:rPr lang="fr-FR" sz="2100" spc="-1" dirty="0">
                <a:solidFill>
                  <a:srgbClr val="203864"/>
                </a:solidFill>
                <a:latin typeface="Times New Roman"/>
              </a:rPr>
              <a:t>objectifs</a:t>
            </a:r>
            <a:r>
              <a:rPr lang="fr-FR" sz="2100" spc="-1" noProof="0" dirty="0">
                <a:solidFill>
                  <a:srgbClr val="203864"/>
                </a:solidFill>
                <a:latin typeface="Times New Roman"/>
              </a:rPr>
              <a:t> </a:t>
            </a:r>
            <a:r>
              <a:rPr lang="fr-FR" sz="2100" b="1" spc="-1" noProof="0" dirty="0">
                <a:solidFill>
                  <a:srgbClr val="203864"/>
                </a:solidFill>
                <a:latin typeface="Times New Roman"/>
              </a:rPr>
              <a:t>socioaffectifs (savoir-être)</a:t>
            </a:r>
            <a:r>
              <a:rPr lang="fr-FR" sz="2100" spc="-1" noProof="0" dirty="0">
                <a:solidFill>
                  <a:srgbClr val="203864"/>
                </a:solidFill>
                <a:latin typeface="Times New Roman"/>
              </a:rPr>
              <a:t>, et les </a:t>
            </a:r>
            <a:r>
              <a:rPr lang="fr-FR" sz="2100" spc="-1" dirty="0">
                <a:solidFill>
                  <a:srgbClr val="203864"/>
                </a:solidFill>
                <a:latin typeface="Times New Roman"/>
              </a:rPr>
              <a:t>objectifs</a:t>
            </a:r>
            <a:r>
              <a:rPr lang="fr-FR" sz="2100" spc="-1" noProof="0" dirty="0">
                <a:solidFill>
                  <a:srgbClr val="203864"/>
                </a:solidFill>
                <a:latin typeface="Times New Roman"/>
              </a:rPr>
              <a:t> </a:t>
            </a:r>
            <a:r>
              <a:rPr lang="fr-FR" sz="2100" b="1" spc="-1" noProof="0" dirty="0">
                <a:solidFill>
                  <a:srgbClr val="203864"/>
                </a:solidFill>
                <a:latin typeface="Times New Roman"/>
              </a:rPr>
              <a:t>psychomoteurs (savoir-faire)</a:t>
            </a:r>
            <a:r>
              <a:rPr lang="fr-FR" sz="2100" spc="-1" noProof="0" dirty="0">
                <a:solidFill>
                  <a:srgbClr val="203864"/>
                </a:solidFill>
                <a:latin typeface="Times New Roman"/>
              </a:rPr>
              <a:t>. </a:t>
            </a:r>
          </a:p>
        </p:txBody>
      </p:sp>
      <p:sp>
        <p:nvSpPr>
          <p:cNvPr id="134" name="Rectangle: Top Corners Rounded 5"/>
          <p:cNvSpPr/>
          <p:nvPr/>
        </p:nvSpPr>
        <p:spPr>
          <a:xfrm>
            <a:off x="753120" y="876555"/>
            <a:ext cx="6549380" cy="443520"/>
          </a:xfrm>
          <a:prstGeom prst="round2SameRect">
            <a:avLst>
              <a:gd name="adj1" fmla="val 16667"/>
              <a:gd name="adj2" fmla="val 0"/>
            </a:avLst>
          </a:prstGeom>
          <a:solidFill>
            <a:schemeClr val="accent1">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r>
              <a:rPr lang="fr-FR" sz="2400" b="0" strike="noStrike" spc="-1" noProof="0" dirty="0">
                <a:solidFill>
                  <a:srgbClr val="FFFFFF"/>
                </a:solidFill>
                <a:latin typeface="Times New Roman"/>
              </a:rPr>
              <a:t>Définition:</a:t>
            </a:r>
            <a:endParaRPr lang="fr-FR" sz="2400" b="0" strike="noStrike" spc="-1" noProof="0" dirty="0">
              <a:latin typeface="Arial"/>
            </a:endParaRPr>
          </a:p>
        </p:txBody>
      </p:sp>
      <p:sp>
        <p:nvSpPr>
          <p:cNvPr id="2" name="Subtitle 2">
            <a:extLst>
              <a:ext uri="{FF2B5EF4-FFF2-40B4-BE49-F238E27FC236}">
                <a16:creationId xmlns:a16="http://schemas.microsoft.com/office/drawing/2014/main" id="{DAC19174-1964-2D17-FAD0-CB40F6ED02C2}"/>
              </a:ext>
            </a:extLst>
          </p:cNvPr>
          <p:cNvSpPr/>
          <p:nvPr/>
        </p:nvSpPr>
        <p:spPr>
          <a:xfrm>
            <a:off x="753840" y="308880"/>
            <a:ext cx="11437920" cy="455400"/>
          </a:xfrm>
          <a:prstGeom prst="rect">
            <a:avLst/>
          </a:prstGeom>
          <a:solidFill>
            <a:schemeClr val="accent5">
              <a:lumMod val="50000"/>
            </a:schemeClr>
          </a:solidFill>
          <a:ln w="0">
            <a:noFill/>
          </a:ln>
          <a:scene3d>
            <a:camera prst="orthographicFront"/>
            <a:lightRig rig="threePt" dir="t"/>
          </a:scene3d>
          <a:sp3d/>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2400" b="0" strike="noStrike" spc="-1" noProof="0" dirty="0">
                <a:solidFill>
                  <a:srgbClr val="FFFFFF"/>
                </a:solidFill>
                <a:latin typeface="Times New Roman"/>
              </a:rPr>
              <a:t>Objectifs d’apprentissage</a:t>
            </a:r>
            <a:endParaRPr lang="fr-FR" sz="2400" spc="-1" noProof="0" dirty="0"/>
          </a:p>
        </p:txBody>
      </p:sp>
      <p:sp>
        <p:nvSpPr>
          <p:cNvPr id="3" name="Rectangle 22">
            <a:extLst>
              <a:ext uri="{FF2B5EF4-FFF2-40B4-BE49-F238E27FC236}">
                <a16:creationId xmlns:a16="http://schemas.microsoft.com/office/drawing/2014/main" id="{89FE0EFC-1B25-373A-60C5-382F3FB1799B}"/>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4" name="PlaceHolder 1">
            <a:extLst>
              <a:ext uri="{FF2B5EF4-FFF2-40B4-BE49-F238E27FC236}">
                <a16:creationId xmlns:a16="http://schemas.microsoft.com/office/drawing/2014/main" id="{74D0853C-AEFC-F1B8-7BE1-57751FB2E86A}"/>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4</a:t>
            </a:fld>
            <a:r>
              <a:rPr lang="fr-FR" sz="1800" b="1" noProof="0" dirty="0">
                <a:latin typeface="Times New Roman"/>
              </a:rPr>
              <a:t> / 15</a:t>
            </a:r>
            <a:endParaRPr lang="fr-FR" sz="1800" noProof="0" dirty="0">
              <a:latin typeface="Times New Roman"/>
            </a:endParaRPr>
          </a:p>
        </p:txBody>
      </p:sp>
      <p:sp>
        <p:nvSpPr>
          <p:cNvPr id="5" name="Subtitle 2">
            <a:extLst>
              <a:ext uri="{FF2B5EF4-FFF2-40B4-BE49-F238E27FC236}">
                <a16:creationId xmlns:a16="http://schemas.microsoft.com/office/drawing/2014/main" id="{A5E8DC89-1252-5183-5C05-A575C43E09BE}"/>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6" name="TextBox 26">
            <a:extLst>
              <a:ext uri="{FF2B5EF4-FFF2-40B4-BE49-F238E27FC236}">
                <a16:creationId xmlns:a16="http://schemas.microsoft.com/office/drawing/2014/main" id="{11F0BF7F-A07D-E759-2FEF-D34DA39BD2C7}"/>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7" name="TextBox 27">
            <a:extLst>
              <a:ext uri="{FF2B5EF4-FFF2-40B4-BE49-F238E27FC236}">
                <a16:creationId xmlns:a16="http://schemas.microsoft.com/office/drawing/2014/main" id="{C6161F14-9ACA-4017-FF6D-ECBC7123F325}"/>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8" name="Subtitle 2">
            <a:extLst>
              <a:ext uri="{FF2B5EF4-FFF2-40B4-BE49-F238E27FC236}">
                <a16:creationId xmlns:a16="http://schemas.microsoft.com/office/drawing/2014/main" id="{C45CF01E-3CD9-2A0D-B2D3-9E1B92504C5B}"/>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pic>
        <p:nvPicPr>
          <p:cNvPr id="9" name="Picture 2" descr="Formuler des Objectifs d'Apprentissage OA de ce mémo">
            <a:extLst>
              <a:ext uri="{FF2B5EF4-FFF2-40B4-BE49-F238E27FC236}">
                <a16:creationId xmlns:a16="http://schemas.microsoft.com/office/drawing/2014/main" id="{08F4991C-5CA1-38C4-2108-1B1BD7496A50}"/>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28794" y="1695158"/>
            <a:ext cx="4721566" cy="36008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pic>
        <p:nvPicPr>
          <p:cNvPr id="1026" name="Picture 2" descr="La Taxonomie de Bloom en début de parcours de Consultant-Formateur...⚠️  C'était un réel challenge de se l'approprier. Et après avoir vu les  évaluations c'était beaucoup plus clair! On a pu en effet… |">
            <a:extLst>
              <a:ext uri="{FF2B5EF4-FFF2-40B4-BE49-F238E27FC236}">
                <a16:creationId xmlns:a16="http://schemas.microsoft.com/office/drawing/2014/main" id="{2A15A94F-042C-FEB3-B7F3-FD27B086414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7370" b="13879"/>
          <a:stretch>
            <a:fillRect/>
          </a:stretch>
        </p:blipFill>
        <p:spPr bwMode="auto">
          <a:xfrm>
            <a:off x="7413164" y="1172770"/>
            <a:ext cx="4727940" cy="471492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 drawing of a problem being a puzzle | Premium Vector">
            <a:extLst>
              <a:ext uri="{FF2B5EF4-FFF2-40B4-BE49-F238E27FC236}">
                <a16:creationId xmlns:a16="http://schemas.microsoft.com/office/drawing/2014/main" id="{15C9075E-47E2-1EF6-8EDB-7F83D4E793F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878" y="855098"/>
            <a:ext cx="4426353" cy="442635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En apprendre davantage sur les Compétences - Canada.ca">
            <a:extLst>
              <a:ext uri="{FF2B5EF4-FFF2-40B4-BE49-F238E27FC236}">
                <a16:creationId xmlns:a16="http://schemas.microsoft.com/office/drawing/2014/main" id="{914FC26D-BFC9-01A5-5B6B-EC4DB84148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7700" y="1116043"/>
            <a:ext cx="4762500" cy="4789937"/>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Scratch Coding Classes - Egghead Tutors and Coding">
            <a:extLst>
              <a:ext uri="{FF2B5EF4-FFF2-40B4-BE49-F238E27FC236}">
                <a16:creationId xmlns:a16="http://schemas.microsoft.com/office/drawing/2014/main" id="{4772DDF4-46D6-7428-02BA-A5E34E274A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93348" y="1383337"/>
            <a:ext cx="4426353" cy="442635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F395FFE8-024B-6B38-C155-2A3BBE8F2CF8}"/>
              </a:ext>
            </a:extLst>
          </p:cNvPr>
          <p:cNvPicPr>
            <a:picLocks noChangeAspect="1"/>
          </p:cNvPicPr>
          <p:nvPr/>
        </p:nvPicPr>
        <p:blipFill>
          <a:blip r:embed="rId7" cstate="print">
            <a:extLst>
              <a:ext uri="{28A0092B-C50C-407E-A947-70E740481C1C}">
                <a14:useLocalDpi xmlns:a14="http://schemas.microsoft.com/office/drawing/2010/main" val="0"/>
              </a:ext>
            </a:extLst>
          </a:blip>
          <a:srcRect t="11397"/>
          <a:stretch>
            <a:fillRect/>
          </a:stretch>
        </p:blipFill>
        <p:spPr>
          <a:xfrm>
            <a:off x="7765662" y="1081123"/>
            <a:ext cx="4017168" cy="4745764"/>
          </a:xfrm>
          <a:prstGeom prst="rect">
            <a:avLst/>
          </a:prstGeom>
        </p:spPr>
      </p:pic>
      <p:pic>
        <p:nvPicPr>
          <p:cNvPr id="1032" name="Picture 8" descr="Joven pareja con problemas. Mujer confundida y hombre pensando juntos.  Personas con signos de interrogación ilustración vectorial | Vector Premium">
            <a:extLst>
              <a:ext uri="{FF2B5EF4-FFF2-40B4-BE49-F238E27FC236}">
                <a16:creationId xmlns:a16="http://schemas.microsoft.com/office/drawing/2014/main" id="{AFA03AA4-B9DD-5F76-7D09-F36682F0DD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3348" y="1743607"/>
            <a:ext cx="4561799" cy="3731056"/>
          </a:xfrm>
          <a:prstGeom prst="rect">
            <a:avLst/>
          </a:prstGeom>
          <a:noFill/>
          <a:extLst>
            <a:ext uri="{909E8E84-426E-40DD-AFC4-6F175D3DCCD1}">
              <a14:hiddenFill xmlns:a14="http://schemas.microsoft.com/office/drawing/2010/main">
                <a:solidFill>
                  <a:srgbClr val="FFFFFF"/>
                </a:solidFill>
              </a14:hiddenFill>
            </a:ext>
          </a:extLst>
        </p:spPr>
      </p:pic>
      <p:sp>
        <p:nvSpPr>
          <p:cNvPr id="145" name="Rectangle 1"/>
          <p:cNvSpPr/>
          <p:nvPr/>
        </p:nvSpPr>
        <p:spPr>
          <a:xfrm>
            <a:off x="-3600" y="308880"/>
            <a:ext cx="756720" cy="455400"/>
          </a:xfrm>
          <a:prstGeom prst="rect">
            <a:avLst/>
          </a:prstGeom>
          <a:solidFill>
            <a:schemeClr val="accent4">
              <a:lumMod val="60000"/>
              <a:lumOff val="40000"/>
            </a:schemeClr>
          </a:soli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46" name="Oval 4"/>
          <p:cNvSpPr/>
          <p:nvPr/>
        </p:nvSpPr>
        <p:spPr>
          <a:xfrm>
            <a:off x="191880" y="340200"/>
            <a:ext cx="366480" cy="374040"/>
          </a:xfrm>
          <a:prstGeom prst="ellipse">
            <a:avLst/>
          </a:prstGeom>
          <a:solidFill>
            <a:schemeClr val="accent5">
              <a:lumMod val="50000"/>
            </a:schemeClr>
          </a:solidFill>
          <a:ln>
            <a:noFill/>
          </a:ln>
          <a:effectLst>
            <a:outerShdw blurRad="44280" dist="2808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2400" b="0" strike="noStrike" spc="-1" noProof="0" dirty="0">
                <a:solidFill>
                  <a:srgbClr val="FFFFFF"/>
                </a:solidFill>
                <a:latin typeface="Calibri"/>
              </a:rPr>
              <a:t>1</a:t>
            </a:r>
            <a:endParaRPr lang="fr-FR" sz="2400" b="0" strike="noStrike" spc="-1" noProof="0" dirty="0">
              <a:latin typeface="Arial"/>
            </a:endParaRPr>
          </a:p>
        </p:txBody>
      </p:sp>
      <p:sp>
        <p:nvSpPr>
          <p:cNvPr id="147" name="Action Button: Blank 4">
            <a:hlinkClick r:id="rId9" action="ppaction://hlinksldjump"/>
          </p:cNvPr>
          <p:cNvSpPr/>
          <p:nvPr/>
        </p:nvSpPr>
        <p:spPr>
          <a:xfrm>
            <a:off x="228600" y="38592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48" name="Rectangle 2"/>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49" name="Rectangle 3"/>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50" name="Rectangle 5"/>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51" name="Action Button: Blank 5">
            <a:hlinkClick r:id="" action="ppaction://hlinkshowjump?jump=previousslide"/>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52" name="Action Button: Blank 9">
            <a:hlinkClick r:id="" action="ppaction://hlinkshowjump?jump=nextslide"/>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61" name="Subtitle 5"/>
          <p:cNvSpPr/>
          <p:nvPr/>
        </p:nvSpPr>
        <p:spPr>
          <a:xfrm>
            <a:off x="763560" y="920699"/>
            <a:ext cx="6665940" cy="5142858"/>
          </a:xfrm>
          <a:prstGeom prst="rect">
            <a:avLst/>
          </a:prstGeom>
          <a:solidFill>
            <a:schemeClr val="accent1">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rmAutofit fontScale="97500"/>
          </a:bodyPr>
          <a:lstStyle/>
          <a:p>
            <a:pPr>
              <a:lnSpc>
                <a:spcPct val="90000"/>
              </a:lnSpc>
              <a:spcBef>
                <a:spcPts val="1001"/>
              </a:spcBef>
            </a:pPr>
            <a:endParaRPr lang="fr-FR" sz="2100" spc="-1" noProof="0" dirty="0">
              <a:solidFill>
                <a:srgbClr val="203864"/>
              </a:solidFill>
              <a:latin typeface="Times New Roman"/>
            </a:endParaRPr>
          </a:p>
          <a:p>
            <a:pPr algn="just">
              <a:lnSpc>
                <a:spcPct val="90000"/>
              </a:lnSpc>
              <a:spcBef>
                <a:spcPts val="1001"/>
              </a:spcBef>
              <a:buClr>
                <a:srgbClr val="843C0B"/>
              </a:buClr>
              <a:tabLst>
                <a:tab pos="0" algn="l"/>
              </a:tabLst>
            </a:pPr>
            <a:r>
              <a:rPr lang="fr-FR" sz="2100" spc="-1" noProof="0" dirty="0">
                <a:solidFill>
                  <a:srgbClr val="203864"/>
                </a:solidFill>
                <a:latin typeface="Times New Roman"/>
              </a:rPr>
              <a:t>Maitriser le savoir, les activités mentales et intellectuelles, la pensée critique et réflexive, la résolution de problème.</a:t>
            </a:r>
          </a:p>
          <a:p>
            <a:pPr marL="343080" indent="-343080" algn="just">
              <a:lnSpc>
                <a:spcPct val="90000"/>
              </a:lnSpc>
              <a:spcBef>
                <a:spcPts val="1001"/>
              </a:spcBef>
              <a:buClr>
                <a:srgbClr val="843C0B"/>
              </a:buClr>
              <a:buFont typeface="Wingdings" charset="2"/>
              <a:buChar char=""/>
              <a:tabLst>
                <a:tab pos="0" algn="l"/>
              </a:tabLst>
            </a:pPr>
            <a:r>
              <a:rPr lang="fr-FR" sz="2100" spc="-1" dirty="0">
                <a:solidFill>
                  <a:srgbClr val="203864"/>
                </a:solidFill>
                <a:latin typeface="Times New Roman"/>
              </a:rPr>
              <a:t>Assurer l’acquisition des connaissances fondamentales (langues, mathématiques, sciences, …);</a:t>
            </a:r>
          </a:p>
          <a:p>
            <a:pPr marL="343080" indent="-343080" algn="just">
              <a:lnSpc>
                <a:spcPct val="90000"/>
              </a:lnSpc>
              <a:spcBef>
                <a:spcPts val="1001"/>
              </a:spcBef>
              <a:buClr>
                <a:srgbClr val="843C0B"/>
              </a:buClr>
              <a:buFont typeface="Wingdings" charset="2"/>
              <a:buChar char=""/>
              <a:tabLst>
                <a:tab pos="0" algn="l"/>
              </a:tabLst>
            </a:pPr>
            <a:r>
              <a:rPr lang="fr-FR" sz="2100" spc="-1" dirty="0">
                <a:solidFill>
                  <a:srgbClr val="203864"/>
                </a:solidFill>
                <a:latin typeface="Times New Roman"/>
              </a:rPr>
              <a:t>Développer la pensée critique, logique et scientifique;</a:t>
            </a:r>
          </a:p>
          <a:p>
            <a:pPr marL="343080" indent="-343080" algn="just">
              <a:lnSpc>
                <a:spcPct val="90000"/>
              </a:lnSpc>
              <a:spcBef>
                <a:spcPts val="1001"/>
              </a:spcBef>
              <a:buClr>
                <a:srgbClr val="843C0B"/>
              </a:buClr>
              <a:buFont typeface="Wingdings" charset="2"/>
              <a:buChar char=""/>
              <a:tabLst>
                <a:tab pos="0" algn="l"/>
              </a:tabLst>
            </a:pPr>
            <a:r>
              <a:rPr lang="fr-FR" sz="2100" spc="-1" dirty="0">
                <a:solidFill>
                  <a:srgbClr val="203864"/>
                </a:solidFill>
                <a:latin typeface="Times New Roman"/>
              </a:rPr>
              <a:t>Favoriser la compréhension du monde et le lien entre les savoirs et la vie quotidienne;</a:t>
            </a:r>
          </a:p>
          <a:p>
            <a:pPr marL="343080" indent="-343080" algn="just">
              <a:lnSpc>
                <a:spcPct val="90000"/>
              </a:lnSpc>
              <a:spcBef>
                <a:spcPts val="1001"/>
              </a:spcBef>
              <a:buClr>
                <a:srgbClr val="843C0B"/>
              </a:buClr>
              <a:buFont typeface="Wingdings" charset="2"/>
              <a:buChar char=""/>
              <a:tabLst>
                <a:tab pos="0" algn="l"/>
              </a:tabLst>
            </a:pPr>
            <a:r>
              <a:rPr lang="fr-FR" sz="2100" spc="-1" dirty="0">
                <a:solidFill>
                  <a:srgbClr val="203864"/>
                </a:solidFill>
                <a:latin typeface="Times New Roman"/>
              </a:rPr>
              <a:t>Développer les compétences de base;</a:t>
            </a:r>
          </a:p>
          <a:p>
            <a:pPr marL="343080" indent="-343080" algn="just">
              <a:lnSpc>
                <a:spcPct val="90000"/>
              </a:lnSpc>
              <a:spcBef>
                <a:spcPts val="1001"/>
              </a:spcBef>
              <a:buClr>
                <a:srgbClr val="843C0B"/>
              </a:buClr>
              <a:buFont typeface="Wingdings" charset="2"/>
              <a:buChar char=""/>
              <a:tabLst>
                <a:tab pos="0" algn="l"/>
              </a:tabLst>
            </a:pPr>
            <a:r>
              <a:rPr lang="fr-FR" sz="2100" spc="-1" dirty="0">
                <a:solidFill>
                  <a:srgbClr val="203864"/>
                </a:solidFill>
                <a:latin typeface="Times New Roman"/>
              </a:rPr>
              <a:t>Renforcer les capacités de résolution de problèmes;</a:t>
            </a:r>
          </a:p>
          <a:p>
            <a:pPr marL="343080" indent="-343080" algn="just">
              <a:lnSpc>
                <a:spcPct val="90000"/>
              </a:lnSpc>
              <a:spcBef>
                <a:spcPts val="1001"/>
              </a:spcBef>
              <a:buClr>
                <a:srgbClr val="843C0B"/>
              </a:buClr>
              <a:buFont typeface="Wingdings" charset="2"/>
              <a:buChar char=""/>
              <a:tabLst>
                <a:tab pos="0" algn="l"/>
              </a:tabLst>
            </a:pPr>
            <a:r>
              <a:rPr lang="fr-FR" sz="2100" spc="-1" dirty="0">
                <a:solidFill>
                  <a:srgbClr val="203864"/>
                </a:solidFill>
                <a:latin typeface="Times New Roman"/>
              </a:rPr>
              <a:t>Développer les compétences numériques et l’usage responsable des technologies;</a:t>
            </a:r>
          </a:p>
          <a:p>
            <a:pPr marL="343080" indent="-343080" algn="just">
              <a:lnSpc>
                <a:spcPct val="90000"/>
              </a:lnSpc>
              <a:spcBef>
                <a:spcPts val="1001"/>
              </a:spcBef>
              <a:buClr>
                <a:srgbClr val="843C0B"/>
              </a:buClr>
              <a:buFont typeface="Wingdings" charset="2"/>
              <a:buChar char=""/>
              <a:tabLst>
                <a:tab pos="0" algn="l"/>
              </a:tabLst>
            </a:pPr>
            <a:r>
              <a:rPr lang="fr-FR" sz="2100" spc="-1" dirty="0">
                <a:solidFill>
                  <a:srgbClr val="203864"/>
                </a:solidFill>
                <a:latin typeface="Times New Roman"/>
              </a:rPr>
              <a:t>Encourager l’autonomie, le travail collaboratif et l’apprentissage tout au long de la vie.</a:t>
            </a:r>
          </a:p>
        </p:txBody>
      </p:sp>
      <p:sp>
        <p:nvSpPr>
          <p:cNvPr id="162" name="Rectangle: Top Corners Rounded 1"/>
          <p:cNvSpPr/>
          <p:nvPr/>
        </p:nvSpPr>
        <p:spPr>
          <a:xfrm>
            <a:off x="763560" y="834380"/>
            <a:ext cx="6665940" cy="445320"/>
          </a:xfrm>
          <a:prstGeom prst="round2SameRect">
            <a:avLst>
              <a:gd name="adj1" fmla="val 16667"/>
              <a:gd name="adj2" fmla="val 0"/>
            </a:avLst>
          </a:prstGeom>
          <a:solidFill>
            <a:schemeClr val="accent1">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r>
              <a:rPr lang="fr-FR" sz="2400" spc="-1" noProof="0" dirty="0">
                <a:solidFill>
                  <a:srgbClr val="FFFFFF"/>
                </a:solidFill>
                <a:latin typeface="Times New Roman"/>
              </a:rPr>
              <a:t>Objectifs cognitifs:</a:t>
            </a:r>
          </a:p>
        </p:txBody>
      </p:sp>
      <p:sp>
        <p:nvSpPr>
          <p:cNvPr id="4" name="Subtitle 2">
            <a:extLst>
              <a:ext uri="{FF2B5EF4-FFF2-40B4-BE49-F238E27FC236}">
                <a16:creationId xmlns:a16="http://schemas.microsoft.com/office/drawing/2014/main" id="{E449D65E-ACD2-DF4E-E8F0-0FE2078D8071}"/>
              </a:ext>
            </a:extLst>
          </p:cNvPr>
          <p:cNvSpPr/>
          <p:nvPr/>
        </p:nvSpPr>
        <p:spPr>
          <a:xfrm>
            <a:off x="753840" y="308880"/>
            <a:ext cx="11437920" cy="455400"/>
          </a:xfrm>
          <a:prstGeom prst="rect">
            <a:avLst/>
          </a:prstGeom>
          <a:solidFill>
            <a:schemeClr val="accent5">
              <a:lumMod val="50000"/>
            </a:schemeClr>
          </a:solidFill>
          <a:ln w="0">
            <a:noFill/>
          </a:ln>
          <a:scene3d>
            <a:camera prst="orthographicFront"/>
            <a:lightRig rig="threePt" dir="t"/>
          </a:scene3d>
          <a:sp3d/>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2400" b="0" strike="noStrike" spc="-1" noProof="0" dirty="0">
                <a:solidFill>
                  <a:srgbClr val="FFFFFF"/>
                </a:solidFill>
                <a:latin typeface="Times New Roman"/>
              </a:rPr>
              <a:t>Objectifs d’apprentissage</a:t>
            </a:r>
            <a:endParaRPr lang="fr-FR" sz="2400" spc="-1" noProof="0" dirty="0"/>
          </a:p>
        </p:txBody>
      </p:sp>
      <p:sp>
        <p:nvSpPr>
          <p:cNvPr id="2" name="Rectangle 22">
            <a:extLst>
              <a:ext uri="{FF2B5EF4-FFF2-40B4-BE49-F238E27FC236}">
                <a16:creationId xmlns:a16="http://schemas.microsoft.com/office/drawing/2014/main" id="{C3C8FD79-9890-8ECE-9DBE-CE51BC056F8F}"/>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3" name="PlaceHolder 1">
            <a:extLst>
              <a:ext uri="{FF2B5EF4-FFF2-40B4-BE49-F238E27FC236}">
                <a16:creationId xmlns:a16="http://schemas.microsoft.com/office/drawing/2014/main" id="{EF5318C2-A34B-4280-4971-47F4A0E16202}"/>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5</a:t>
            </a:fld>
            <a:r>
              <a:rPr lang="fr-FR" sz="1800" b="1" noProof="0" dirty="0">
                <a:latin typeface="Times New Roman"/>
              </a:rPr>
              <a:t> / 15</a:t>
            </a:r>
            <a:endParaRPr lang="fr-FR" sz="1800" noProof="0" dirty="0">
              <a:latin typeface="Times New Roman"/>
            </a:endParaRPr>
          </a:p>
        </p:txBody>
      </p:sp>
      <p:sp>
        <p:nvSpPr>
          <p:cNvPr id="5" name="Subtitle 2">
            <a:extLst>
              <a:ext uri="{FF2B5EF4-FFF2-40B4-BE49-F238E27FC236}">
                <a16:creationId xmlns:a16="http://schemas.microsoft.com/office/drawing/2014/main" id="{5EE9B375-FD55-0CFF-B8AC-EA1F7EC40390}"/>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6" name="TextBox 26">
            <a:extLst>
              <a:ext uri="{FF2B5EF4-FFF2-40B4-BE49-F238E27FC236}">
                <a16:creationId xmlns:a16="http://schemas.microsoft.com/office/drawing/2014/main" id="{57534953-5D99-4F1B-FA8B-C1D47CDAF241}"/>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7" name="TextBox 27">
            <a:extLst>
              <a:ext uri="{FF2B5EF4-FFF2-40B4-BE49-F238E27FC236}">
                <a16:creationId xmlns:a16="http://schemas.microsoft.com/office/drawing/2014/main" id="{A5371D8A-97A5-5D72-8138-B385FEA315B1}"/>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8" name="Subtitle 2">
            <a:extLst>
              <a:ext uri="{FF2B5EF4-FFF2-40B4-BE49-F238E27FC236}">
                <a16:creationId xmlns:a16="http://schemas.microsoft.com/office/drawing/2014/main" id="{A5FED339-073C-2C58-067F-66218F40F4E4}"/>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1">
                                            <p:txEl>
                                              <p:pRg st="3" end="3"/>
                                            </p:txEl>
                                          </p:spTgt>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02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0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1">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1">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22"/>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103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1">
                                            <p:txEl>
                                              <p:pRg st="6" end="6"/>
                                            </p:txEl>
                                          </p:spTgt>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5122"/>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51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1">
                                            <p:txEl>
                                              <p:pRg st="7" end="7"/>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1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1">
                                            <p:txEl>
                                              <p:pRg st="8" end="8"/>
                                            </p:txEl>
                                          </p:spTgt>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5124"/>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1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animBg="1"/>
      <p:bldP spid="16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a:extLst>
            <a:ext uri="{FF2B5EF4-FFF2-40B4-BE49-F238E27FC236}">
              <a16:creationId xmlns:a16="http://schemas.microsoft.com/office/drawing/2014/main" id="{CC2213F5-1DB4-3692-0193-04474302BA72}"/>
            </a:ext>
          </a:extLst>
        </p:cNvPr>
        <p:cNvGrpSpPr/>
        <p:nvPr/>
      </p:nvGrpSpPr>
      <p:grpSpPr>
        <a:xfrm>
          <a:off x="0" y="0"/>
          <a:ext cx="0" cy="0"/>
          <a:chOff x="0" y="0"/>
          <a:chExt cx="0" cy="0"/>
        </a:xfrm>
      </p:grpSpPr>
      <p:sp>
        <p:nvSpPr>
          <p:cNvPr id="145" name="Rectangle 1">
            <a:extLst>
              <a:ext uri="{FF2B5EF4-FFF2-40B4-BE49-F238E27FC236}">
                <a16:creationId xmlns:a16="http://schemas.microsoft.com/office/drawing/2014/main" id="{4BF12174-DD55-567F-03A0-C42070919011}"/>
              </a:ext>
            </a:extLst>
          </p:cNvPr>
          <p:cNvSpPr/>
          <p:nvPr/>
        </p:nvSpPr>
        <p:spPr>
          <a:xfrm>
            <a:off x="-3600" y="308880"/>
            <a:ext cx="756720" cy="455400"/>
          </a:xfrm>
          <a:prstGeom prst="rect">
            <a:avLst/>
          </a:prstGeom>
          <a:solidFill>
            <a:schemeClr val="accent4">
              <a:lumMod val="60000"/>
              <a:lumOff val="40000"/>
            </a:schemeClr>
          </a:soli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46" name="Oval 4">
            <a:extLst>
              <a:ext uri="{FF2B5EF4-FFF2-40B4-BE49-F238E27FC236}">
                <a16:creationId xmlns:a16="http://schemas.microsoft.com/office/drawing/2014/main" id="{760EB3FC-BE24-8059-4321-47BCD9EB8389}"/>
              </a:ext>
            </a:extLst>
          </p:cNvPr>
          <p:cNvSpPr/>
          <p:nvPr/>
        </p:nvSpPr>
        <p:spPr>
          <a:xfrm>
            <a:off x="191880" y="340200"/>
            <a:ext cx="366480" cy="374040"/>
          </a:xfrm>
          <a:prstGeom prst="ellipse">
            <a:avLst/>
          </a:prstGeom>
          <a:solidFill>
            <a:schemeClr val="accent5">
              <a:lumMod val="50000"/>
            </a:schemeClr>
          </a:solidFill>
          <a:ln>
            <a:noFill/>
          </a:ln>
          <a:effectLst>
            <a:outerShdw blurRad="44280" dist="2808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2400" b="0" strike="noStrike" spc="-1" noProof="0" dirty="0">
                <a:solidFill>
                  <a:srgbClr val="FFFFFF"/>
                </a:solidFill>
                <a:latin typeface="Calibri"/>
              </a:rPr>
              <a:t>1</a:t>
            </a:r>
            <a:endParaRPr lang="fr-FR" sz="2400" b="0" strike="noStrike" spc="-1" noProof="0" dirty="0">
              <a:latin typeface="Arial"/>
            </a:endParaRPr>
          </a:p>
        </p:txBody>
      </p:sp>
      <p:sp>
        <p:nvSpPr>
          <p:cNvPr id="147" name="Action Button: Blank 4">
            <a:hlinkClick r:id="rId3" action="ppaction://hlinksldjump"/>
            <a:extLst>
              <a:ext uri="{FF2B5EF4-FFF2-40B4-BE49-F238E27FC236}">
                <a16:creationId xmlns:a16="http://schemas.microsoft.com/office/drawing/2014/main" id="{2F59D3E1-E513-263F-B7B9-DC9C0A19AA31}"/>
              </a:ext>
            </a:extLst>
          </p:cNvPr>
          <p:cNvSpPr/>
          <p:nvPr/>
        </p:nvSpPr>
        <p:spPr>
          <a:xfrm>
            <a:off x="228600" y="38592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48" name="Rectangle 2">
            <a:extLst>
              <a:ext uri="{FF2B5EF4-FFF2-40B4-BE49-F238E27FC236}">
                <a16:creationId xmlns:a16="http://schemas.microsoft.com/office/drawing/2014/main" id="{59FDE200-AA56-83C2-7175-29AF4EB078DD}"/>
              </a:ext>
            </a:extLst>
          </p:cNvPr>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49" name="Rectangle 3">
            <a:extLst>
              <a:ext uri="{FF2B5EF4-FFF2-40B4-BE49-F238E27FC236}">
                <a16:creationId xmlns:a16="http://schemas.microsoft.com/office/drawing/2014/main" id="{89BA6E95-3D71-8A0B-F9D9-5DFFE3A2996B}"/>
              </a:ext>
            </a:extLst>
          </p:cNvPr>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50" name="Rectangle 5">
            <a:extLst>
              <a:ext uri="{FF2B5EF4-FFF2-40B4-BE49-F238E27FC236}">
                <a16:creationId xmlns:a16="http://schemas.microsoft.com/office/drawing/2014/main" id="{3FF4DE54-21FD-9FDB-546D-EF291CE4B80E}"/>
              </a:ext>
            </a:extLst>
          </p:cNvPr>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51" name="Action Button: Blank 5">
            <a:hlinkClick r:id="" action="ppaction://hlinkshowjump?jump=previousslide"/>
            <a:extLst>
              <a:ext uri="{FF2B5EF4-FFF2-40B4-BE49-F238E27FC236}">
                <a16:creationId xmlns:a16="http://schemas.microsoft.com/office/drawing/2014/main" id="{79F6F22F-E0AE-8BBB-041B-A2823060A0E7}"/>
              </a:ext>
            </a:extLst>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52" name="Action Button: Blank 9">
            <a:hlinkClick r:id="" action="ppaction://hlinkshowjump?jump=nextslide"/>
            <a:extLst>
              <a:ext uri="{FF2B5EF4-FFF2-40B4-BE49-F238E27FC236}">
                <a16:creationId xmlns:a16="http://schemas.microsoft.com/office/drawing/2014/main" id="{18E1E53E-111A-4E15-4F68-E7ED4D6346E5}"/>
              </a:ext>
            </a:extLst>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53" name="Subtitle 6">
            <a:extLst>
              <a:ext uri="{FF2B5EF4-FFF2-40B4-BE49-F238E27FC236}">
                <a16:creationId xmlns:a16="http://schemas.microsoft.com/office/drawing/2014/main" id="{D8607C84-BD86-2D5A-FE37-37C14A36F62D}"/>
              </a:ext>
            </a:extLst>
          </p:cNvPr>
          <p:cNvSpPr/>
          <p:nvPr/>
        </p:nvSpPr>
        <p:spPr>
          <a:xfrm>
            <a:off x="753121" y="910575"/>
            <a:ext cx="10994038" cy="2633088"/>
          </a:xfrm>
          <a:prstGeom prst="rect">
            <a:avLst/>
          </a:prstGeom>
          <a:solidFill>
            <a:schemeClr val="accent1">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rmAutofit fontScale="97500"/>
          </a:bodyPr>
          <a:lstStyle/>
          <a:p>
            <a:pPr>
              <a:lnSpc>
                <a:spcPct val="90000"/>
              </a:lnSpc>
              <a:spcBef>
                <a:spcPts val="1001"/>
              </a:spcBef>
            </a:pPr>
            <a:endParaRPr lang="fr-FR" sz="2100" spc="-1" noProof="0" dirty="0">
              <a:solidFill>
                <a:srgbClr val="203864"/>
              </a:solidFill>
              <a:latin typeface="Times New Roman"/>
            </a:endParaRPr>
          </a:p>
          <a:p>
            <a:pPr marL="343080" indent="-343080" algn="just">
              <a:lnSpc>
                <a:spcPct val="90000"/>
              </a:lnSpc>
              <a:spcBef>
                <a:spcPts val="1001"/>
              </a:spcBef>
              <a:buClr>
                <a:srgbClr val="843C0B"/>
              </a:buClr>
              <a:buFont typeface="Wingdings" charset="2"/>
              <a:buChar char=""/>
              <a:tabLst>
                <a:tab pos="0" algn="l"/>
              </a:tabLst>
            </a:pPr>
            <a:r>
              <a:rPr lang="fr-FR" sz="2100" spc="-1" noProof="0" dirty="0">
                <a:solidFill>
                  <a:srgbClr val="203864"/>
                </a:solidFill>
                <a:latin typeface="Times New Roman"/>
              </a:rPr>
              <a:t>Développement personnel: Identifier et exprimer ses émotions, confiance en soi, gérer le stress, accepter ses erreurs;</a:t>
            </a:r>
          </a:p>
          <a:p>
            <a:pPr marL="343080" indent="-343080" algn="just">
              <a:lnSpc>
                <a:spcPct val="90000"/>
              </a:lnSpc>
              <a:spcBef>
                <a:spcPts val="1001"/>
              </a:spcBef>
              <a:buClr>
                <a:srgbClr val="843C0B"/>
              </a:buClr>
              <a:buFont typeface="Wingdings" charset="2"/>
              <a:buChar char=""/>
              <a:tabLst>
                <a:tab pos="0" algn="l"/>
              </a:tabLst>
            </a:pPr>
            <a:r>
              <a:rPr lang="fr-FR" sz="2100" spc="-1" noProof="0" dirty="0">
                <a:solidFill>
                  <a:srgbClr val="203864"/>
                </a:solidFill>
                <a:latin typeface="Times New Roman"/>
              </a:rPr>
              <a:t>Relations avec les autres: Respecter les opinions des autres, écouter, travailler en équipe, résoudre les conflits;</a:t>
            </a:r>
          </a:p>
          <a:p>
            <a:pPr marL="343080" indent="-343080" algn="just">
              <a:lnSpc>
                <a:spcPct val="90000"/>
              </a:lnSpc>
              <a:spcBef>
                <a:spcPts val="1001"/>
              </a:spcBef>
              <a:buClr>
                <a:srgbClr val="843C0B"/>
              </a:buClr>
              <a:buFont typeface="Wingdings" charset="2"/>
              <a:buChar char=""/>
              <a:tabLst>
                <a:tab pos="0" algn="l"/>
              </a:tabLst>
            </a:pPr>
            <a:r>
              <a:rPr lang="fr-FR" sz="2100" spc="-1" noProof="0" dirty="0">
                <a:solidFill>
                  <a:srgbClr val="203864"/>
                </a:solidFill>
                <a:latin typeface="Times New Roman"/>
              </a:rPr>
              <a:t>Valeurs et attitudes: Responsable, respectueux, empathie, tolérance et ouverture d’esprit;</a:t>
            </a:r>
          </a:p>
          <a:p>
            <a:pPr marL="343080" indent="-343080" algn="just">
              <a:lnSpc>
                <a:spcPct val="90000"/>
              </a:lnSpc>
              <a:spcBef>
                <a:spcPts val="1001"/>
              </a:spcBef>
              <a:buClr>
                <a:srgbClr val="843C0B"/>
              </a:buClr>
              <a:buFont typeface="Wingdings" charset="2"/>
              <a:buChar char=""/>
              <a:tabLst>
                <a:tab pos="0" algn="l"/>
              </a:tabLst>
            </a:pPr>
            <a:r>
              <a:rPr lang="fr-FR" sz="2100" spc="-1" noProof="0" dirty="0">
                <a:solidFill>
                  <a:srgbClr val="203864"/>
                </a:solidFill>
                <a:latin typeface="Times New Roman"/>
              </a:rPr>
              <a:t>Autonomie : Initiatives, autoévaluer, autodiscipline, Prendre des décisions responsables.   </a:t>
            </a:r>
          </a:p>
        </p:txBody>
      </p:sp>
      <p:sp>
        <p:nvSpPr>
          <p:cNvPr id="154" name="Rectangle: Top Corners Rounded 2">
            <a:extLst>
              <a:ext uri="{FF2B5EF4-FFF2-40B4-BE49-F238E27FC236}">
                <a16:creationId xmlns:a16="http://schemas.microsoft.com/office/drawing/2014/main" id="{15CBB967-F1F6-7A9B-C910-1FD7E39EF806}"/>
              </a:ext>
            </a:extLst>
          </p:cNvPr>
          <p:cNvSpPr/>
          <p:nvPr/>
        </p:nvSpPr>
        <p:spPr>
          <a:xfrm>
            <a:off x="753120" y="852255"/>
            <a:ext cx="10994038" cy="465347"/>
          </a:xfrm>
          <a:prstGeom prst="round2SameRect">
            <a:avLst>
              <a:gd name="adj1" fmla="val 16667"/>
              <a:gd name="adj2" fmla="val 0"/>
            </a:avLst>
          </a:prstGeom>
          <a:solidFill>
            <a:schemeClr val="accent1">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r>
              <a:rPr lang="fr-FR" sz="2400" spc="-1" noProof="0" dirty="0">
                <a:solidFill>
                  <a:srgbClr val="FFFFFF"/>
                </a:solidFill>
                <a:latin typeface="Times New Roman"/>
              </a:rPr>
              <a:t>Objectifs socioaffectifs :</a:t>
            </a:r>
          </a:p>
        </p:txBody>
      </p:sp>
      <p:sp>
        <p:nvSpPr>
          <p:cNvPr id="4" name="Subtitle 2">
            <a:extLst>
              <a:ext uri="{FF2B5EF4-FFF2-40B4-BE49-F238E27FC236}">
                <a16:creationId xmlns:a16="http://schemas.microsoft.com/office/drawing/2014/main" id="{E93F7F4C-6E5B-100A-C706-7F4A8E3F9A4E}"/>
              </a:ext>
            </a:extLst>
          </p:cNvPr>
          <p:cNvSpPr/>
          <p:nvPr/>
        </p:nvSpPr>
        <p:spPr>
          <a:xfrm>
            <a:off x="753840" y="308880"/>
            <a:ext cx="11437920" cy="455400"/>
          </a:xfrm>
          <a:prstGeom prst="rect">
            <a:avLst/>
          </a:prstGeom>
          <a:solidFill>
            <a:schemeClr val="accent5">
              <a:lumMod val="50000"/>
            </a:schemeClr>
          </a:solidFill>
          <a:ln w="0">
            <a:noFill/>
          </a:ln>
          <a:scene3d>
            <a:camera prst="orthographicFront"/>
            <a:lightRig rig="threePt" dir="t"/>
          </a:scene3d>
          <a:sp3d/>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2400" b="0" strike="noStrike" spc="-1" noProof="0" dirty="0">
                <a:solidFill>
                  <a:srgbClr val="FFFFFF"/>
                </a:solidFill>
                <a:latin typeface="Times New Roman"/>
              </a:rPr>
              <a:t>Objectifs d’apprentissage</a:t>
            </a:r>
            <a:endParaRPr lang="fr-FR" sz="2400" spc="-1" noProof="0" dirty="0"/>
          </a:p>
        </p:txBody>
      </p:sp>
      <p:sp>
        <p:nvSpPr>
          <p:cNvPr id="2" name="Rectangle 22">
            <a:extLst>
              <a:ext uri="{FF2B5EF4-FFF2-40B4-BE49-F238E27FC236}">
                <a16:creationId xmlns:a16="http://schemas.microsoft.com/office/drawing/2014/main" id="{8CFE86DC-86DA-E711-285D-A255E0176E09}"/>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3" name="PlaceHolder 1">
            <a:extLst>
              <a:ext uri="{FF2B5EF4-FFF2-40B4-BE49-F238E27FC236}">
                <a16:creationId xmlns:a16="http://schemas.microsoft.com/office/drawing/2014/main" id="{C9DD85B7-4710-B848-0110-73E2B8904E7A}"/>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6</a:t>
            </a:fld>
            <a:r>
              <a:rPr lang="fr-FR" sz="1800" b="1" noProof="0" dirty="0">
                <a:latin typeface="Times New Roman"/>
              </a:rPr>
              <a:t> / 15</a:t>
            </a:r>
            <a:endParaRPr lang="fr-FR" sz="1800" noProof="0" dirty="0">
              <a:latin typeface="Times New Roman"/>
            </a:endParaRPr>
          </a:p>
        </p:txBody>
      </p:sp>
      <p:sp>
        <p:nvSpPr>
          <p:cNvPr id="5" name="Subtitle 2">
            <a:extLst>
              <a:ext uri="{FF2B5EF4-FFF2-40B4-BE49-F238E27FC236}">
                <a16:creationId xmlns:a16="http://schemas.microsoft.com/office/drawing/2014/main" id="{87FA7249-53E9-59A0-8426-999A0638B267}"/>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6" name="TextBox 26">
            <a:extLst>
              <a:ext uri="{FF2B5EF4-FFF2-40B4-BE49-F238E27FC236}">
                <a16:creationId xmlns:a16="http://schemas.microsoft.com/office/drawing/2014/main" id="{1DC5A280-4528-C3F7-CFF9-205F0A31EB14}"/>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7" name="TextBox 27">
            <a:extLst>
              <a:ext uri="{FF2B5EF4-FFF2-40B4-BE49-F238E27FC236}">
                <a16:creationId xmlns:a16="http://schemas.microsoft.com/office/drawing/2014/main" id="{80B5CF38-647E-873E-E3A0-C4121272283B}"/>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8" name="Subtitle 2">
            <a:extLst>
              <a:ext uri="{FF2B5EF4-FFF2-40B4-BE49-F238E27FC236}">
                <a16:creationId xmlns:a16="http://schemas.microsoft.com/office/drawing/2014/main" id="{1E75F087-EC3D-1617-A335-44E07DF9AA18}"/>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sp>
        <p:nvSpPr>
          <p:cNvPr id="11" name="Subtitle 6">
            <a:extLst>
              <a:ext uri="{FF2B5EF4-FFF2-40B4-BE49-F238E27FC236}">
                <a16:creationId xmlns:a16="http://schemas.microsoft.com/office/drawing/2014/main" id="{3FF2B969-195C-08DE-AF99-1FD1BED45CE1}"/>
              </a:ext>
            </a:extLst>
          </p:cNvPr>
          <p:cNvSpPr/>
          <p:nvPr/>
        </p:nvSpPr>
        <p:spPr>
          <a:xfrm>
            <a:off x="753120" y="3669301"/>
            <a:ext cx="10994038" cy="2721062"/>
          </a:xfrm>
          <a:prstGeom prst="rect">
            <a:avLst/>
          </a:prstGeom>
          <a:solidFill>
            <a:schemeClr val="accent2">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Autofit/>
          </a:bodyPr>
          <a:lstStyle/>
          <a:p>
            <a:pPr algn="just">
              <a:lnSpc>
                <a:spcPct val="90000"/>
              </a:lnSpc>
              <a:spcBef>
                <a:spcPts val="1001"/>
              </a:spcBef>
              <a:buNone/>
              <a:tabLst>
                <a:tab pos="0" algn="l"/>
              </a:tabLst>
            </a:pP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spc="-1" dirty="0">
                <a:solidFill>
                  <a:srgbClr val="843C0B"/>
                </a:solidFill>
                <a:latin typeface="Times New Roman"/>
              </a:rPr>
              <a:t>Perception: Identifier visuellement, auditivement ou tactilement les éléments nécessaires à l’exécution d’une tâche motrice;</a:t>
            </a:r>
          </a:p>
          <a:p>
            <a:pPr marL="343080" indent="-343080" algn="just">
              <a:lnSpc>
                <a:spcPct val="90000"/>
              </a:lnSpc>
              <a:spcBef>
                <a:spcPts val="1001"/>
              </a:spcBef>
              <a:buClr>
                <a:srgbClr val="843C0B"/>
              </a:buClr>
              <a:buFont typeface="Wingdings" charset="2"/>
              <a:buChar char=""/>
              <a:tabLst>
                <a:tab pos="0" algn="l"/>
              </a:tabLst>
            </a:pPr>
            <a:r>
              <a:rPr lang="fr-FR" sz="2000" spc="-1" dirty="0">
                <a:solidFill>
                  <a:srgbClr val="843C0B"/>
                </a:solidFill>
                <a:latin typeface="Times New Roman"/>
              </a:rPr>
              <a:t>Disposition: Se préparer mentalement, physiquement et émotionnellement à l’action;</a:t>
            </a:r>
          </a:p>
          <a:p>
            <a:pPr marL="343080" indent="-343080" algn="just">
              <a:lnSpc>
                <a:spcPct val="90000"/>
              </a:lnSpc>
              <a:spcBef>
                <a:spcPts val="1001"/>
              </a:spcBef>
              <a:buClr>
                <a:srgbClr val="843C0B"/>
              </a:buClr>
              <a:buFont typeface="Wingdings" charset="2"/>
              <a:buChar char=""/>
              <a:tabLst>
                <a:tab pos="0" algn="l"/>
              </a:tabLst>
            </a:pPr>
            <a:r>
              <a:rPr lang="fr-FR" sz="2000" spc="-1" dirty="0">
                <a:solidFill>
                  <a:srgbClr val="843C0B"/>
                </a:solidFill>
                <a:latin typeface="Times New Roman"/>
              </a:rPr>
              <a:t>Imitation: Reproduire un geste observe;</a:t>
            </a:r>
          </a:p>
          <a:p>
            <a:pPr marL="343080" indent="-343080" algn="just">
              <a:lnSpc>
                <a:spcPct val="90000"/>
              </a:lnSpc>
              <a:spcBef>
                <a:spcPts val="1001"/>
              </a:spcBef>
              <a:buClr>
                <a:srgbClr val="843C0B"/>
              </a:buClr>
              <a:buFont typeface="Wingdings" charset="2"/>
              <a:buChar char=""/>
              <a:tabLst>
                <a:tab pos="0" algn="l"/>
              </a:tabLst>
            </a:pPr>
            <a:r>
              <a:rPr lang="fr-FR" sz="2000" spc="-1" dirty="0">
                <a:solidFill>
                  <a:srgbClr val="843C0B"/>
                </a:solidFill>
                <a:latin typeface="Times New Roman"/>
              </a:rPr>
              <a:t>Précision: Exécuter avec exactitude et contrôle;</a:t>
            </a:r>
          </a:p>
          <a:p>
            <a:pPr marL="343080" indent="-343080" algn="just">
              <a:lnSpc>
                <a:spcPct val="90000"/>
              </a:lnSpc>
              <a:spcBef>
                <a:spcPts val="1001"/>
              </a:spcBef>
              <a:buClr>
                <a:srgbClr val="843C0B"/>
              </a:buClr>
              <a:buFont typeface="Wingdings" charset="2"/>
              <a:buChar char=""/>
              <a:tabLst>
                <a:tab pos="0" algn="l"/>
              </a:tabLst>
            </a:pPr>
            <a:r>
              <a:rPr lang="fr-FR" sz="2000" spc="-1" dirty="0">
                <a:solidFill>
                  <a:srgbClr val="843C0B"/>
                </a:solidFill>
                <a:latin typeface="Times New Roman"/>
              </a:rPr>
              <a:t>Création et innovative: Combiner des habiletés pour produire une action nouvelle.   </a:t>
            </a:r>
          </a:p>
        </p:txBody>
      </p:sp>
      <p:sp>
        <p:nvSpPr>
          <p:cNvPr id="13" name="Rectangle: Top Corners Rounded 2">
            <a:extLst>
              <a:ext uri="{FF2B5EF4-FFF2-40B4-BE49-F238E27FC236}">
                <a16:creationId xmlns:a16="http://schemas.microsoft.com/office/drawing/2014/main" id="{A650998E-AFF2-EA14-04BC-B2DDA957FEAE}"/>
              </a:ext>
            </a:extLst>
          </p:cNvPr>
          <p:cNvSpPr/>
          <p:nvPr/>
        </p:nvSpPr>
        <p:spPr>
          <a:xfrm>
            <a:off x="753119" y="3610980"/>
            <a:ext cx="10994038" cy="465347"/>
          </a:xfrm>
          <a:prstGeom prst="round2SameRect">
            <a:avLst>
              <a:gd name="adj1" fmla="val 16667"/>
              <a:gd name="adj2" fmla="val 0"/>
            </a:avLst>
          </a:prstGeom>
          <a:solidFill>
            <a:schemeClr val="accent2">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r>
              <a:rPr lang="fr-FR" sz="2400" b="0" strike="noStrike" spc="-1" noProof="0" dirty="0">
                <a:solidFill>
                  <a:srgbClr val="FFFFFF"/>
                </a:solidFill>
                <a:latin typeface="Times New Roman"/>
              </a:rPr>
              <a:t>Objectifs</a:t>
            </a:r>
            <a:r>
              <a:rPr lang="fr-FR" sz="2400" spc="-1" noProof="0" dirty="0">
                <a:solidFill>
                  <a:srgbClr val="FFFFFF"/>
                </a:solidFill>
                <a:latin typeface="Times New Roman"/>
              </a:rPr>
              <a:t> psychomoteurs </a:t>
            </a:r>
            <a:r>
              <a:rPr lang="fr-FR" sz="2000" b="0" strike="noStrike" spc="-1" noProof="0" dirty="0">
                <a:solidFill>
                  <a:srgbClr val="FFFFFF"/>
                </a:solidFill>
                <a:latin typeface="Times New Roman"/>
              </a:rPr>
              <a:t>:</a:t>
            </a:r>
            <a:endParaRPr lang="fr-FR" sz="2000" b="0" strike="noStrike" spc="-1" noProof="0" dirty="0">
              <a:latin typeface="Arial"/>
            </a:endParaRPr>
          </a:p>
        </p:txBody>
      </p:sp>
    </p:spTree>
    <p:extLst>
      <p:ext uri="{BB962C8B-B14F-4D97-AF65-F5344CB8AC3E}">
        <p14:creationId xmlns:p14="http://schemas.microsoft.com/office/powerpoint/2010/main" val="3691576625"/>
      </p:ext>
    </p:extLst>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153"/>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1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5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pic>
        <p:nvPicPr>
          <p:cNvPr id="3074" name="Picture 2" descr="The Day in the Life of Moroccan Kids | Reach the World">
            <a:extLst>
              <a:ext uri="{FF2B5EF4-FFF2-40B4-BE49-F238E27FC236}">
                <a16:creationId xmlns:a16="http://schemas.microsoft.com/office/drawing/2014/main" id="{216DA080-9B40-4295-6652-EC401ABF0DC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9418"/>
          <a:stretch>
            <a:fillRect/>
          </a:stretch>
        </p:blipFill>
        <p:spPr bwMode="auto">
          <a:xfrm>
            <a:off x="6942260" y="951840"/>
            <a:ext cx="4506700" cy="5443013"/>
          </a:xfrm>
          <a:prstGeom prst="rect">
            <a:avLst/>
          </a:prstGeom>
          <a:noFill/>
          <a:extLst>
            <a:ext uri="{909E8E84-426E-40DD-AFC4-6F175D3DCCD1}">
              <a14:hiddenFill xmlns:a14="http://schemas.microsoft.com/office/drawing/2010/main">
                <a:solidFill>
                  <a:srgbClr val="FFFFFF"/>
                </a:solidFill>
              </a14:hiddenFill>
            </a:ext>
          </a:extLst>
        </p:spPr>
      </p:pic>
      <p:sp>
        <p:nvSpPr>
          <p:cNvPr id="183" name="Rectangle 19"/>
          <p:cNvSpPr/>
          <p:nvPr/>
        </p:nvSpPr>
        <p:spPr>
          <a:xfrm>
            <a:off x="-3600" y="308880"/>
            <a:ext cx="756720" cy="455400"/>
          </a:xfrm>
          <a:prstGeom prst="rect">
            <a:avLst/>
          </a:prstGeom>
          <a:solidFill>
            <a:schemeClr val="accent4">
              <a:lumMod val="60000"/>
              <a:lumOff val="40000"/>
            </a:schemeClr>
          </a:soli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84" name="Oval 6"/>
          <p:cNvSpPr/>
          <p:nvPr/>
        </p:nvSpPr>
        <p:spPr>
          <a:xfrm>
            <a:off x="191880" y="340200"/>
            <a:ext cx="366480" cy="374040"/>
          </a:xfrm>
          <a:prstGeom prst="ellipse">
            <a:avLst/>
          </a:prstGeom>
          <a:solidFill>
            <a:schemeClr val="accent5">
              <a:lumMod val="50000"/>
            </a:schemeClr>
          </a:solidFill>
          <a:ln>
            <a:noFill/>
          </a:ln>
          <a:effectLst>
            <a:outerShdw blurRad="44280" dist="2808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2400" b="0" strike="noStrike" spc="-1" noProof="0" dirty="0">
                <a:solidFill>
                  <a:srgbClr val="FFFFFF"/>
                </a:solidFill>
                <a:latin typeface="Calibri"/>
              </a:rPr>
              <a:t>1</a:t>
            </a:r>
            <a:endParaRPr lang="fr-FR" sz="2400" b="0" strike="noStrike" spc="-1" noProof="0" dirty="0">
              <a:latin typeface="Arial"/>
            </a:endParaRPr>
          </a:p>
        </p:txBody>
      </p:sp>
      <p:sp>
        <p:nvSpPr>
          <p:cNvPr id="185" name="Action Button: Blank 22">
            <a:hlinkClick r:id="rId4" action="ppaction://hlinksldjump"/>
          </p:cNvPr>
          <p:cNvSpPr/>
          <p:nvPr/>
        </p:nvSpPr>
        <p:spPr>
          <a:xfrm>
            <a:off x="228600" y="38592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86" name="Rectangle 20"/>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87" name="Rectangle 25"/>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88" name="Rectangle 26"/>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89" name="Action Button: Blank 23">
            <a:hlinkClick r:id="" action="ppaction://hlinkshowjump?jump=previousslide"/>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90" name="Action Button: Blank 24">
            <a:hlinkClick r:id="" action="ppaction://hlinkshowjump?jump=nextslide"/>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191" name="Subtitle 15"/>
          <p:cNvSpPr/>
          <p:nvPr/>
        </p:nvSpPr>
        <p:spPr>
          <a:xfrm>
            <a:off x="753120" y="989760"/>
            <a:ext cx="5619660" cy="2719600"/>
          </a:xfrm>
          <a:prstGeom prst="rect">
            <a:avLst/>
          </a:prstGeom>
          <a:solidFill>
            <a:schemeClr val="accent1">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rmAutofit fontScale="99000" lnSpcReduction="10000"/>
          </a:bodyPr>
          <a:lstStyle/>
          <a:p>
            <a:pPr>
              <a:lnSpc>
                <a:spcPct val="90000"/>
              </a:lnSpc>
              <a:spcBef>
                <a:spcPts val="1001"/>
              </a:spcBef>
              <a:buNone/>
            </a:pPr>
            <a:endParaRPr lang="fr-FR" sz="2000" b="0" strike="noStrike" spc="-1" noProof="0" dirty="0">
              <a:latin typeface="Arial"/>
            </a:endParaRPr>
          </a:p>
          <a:p>
            <a:pPr>
              <a:lnSpc>
                <a:spcPct val="90000"/>
              </a:lnSpc>
              <a:spcBef>
                <a:spcPts val="1001"/>
              </a:spcBef>
              <a:buNone/>
            </a:pPr>
            <a:r>
              <a:rPr lang="fr-FR" sz="2000" b="0" strike="noStrike" spc="-1" noProof="0" dirty="0">
                <a:solidFill>
                  <a:srgbClr val="203864"/>
                </a:solidFill>
                <a:latin typeface="Times New Roman"/>
              </a:rPr>
              <a:t>Les variables d’apprentissage désignent principalement les variables didactiques, des éléments modifiables par l'enseignant (consignes, matériel, règles, temps) pour ajuster la difficulté d'une tâche et guider la construction des savoirs chez l'élève, ainsi que les caractéristiques de l'apprenant (connaissances antérieures, motivation) et les piliers cognitifs (attention, engagement) qui influencent ce processus. </a:t>
            </a:r>
            <a:endParaRPr lang="fr-FR" sz="2000" b="0" strike="noStrike" spc="-1" noProof="0" dirty="0">
              <a:latin typeface="Arial"/>
            </a:endParaRPr>
          </a:p>
        </p:txBody>
      </p:sp>
      <p:sp>
        <p:nvSpPr>
          <p:cNvPr id="192" name="Rectangle: Top Corners Rounded 8"/>
          <p:cNvSpPr/>
          <p:nvPr/>
        </p:nvSpPr>
        <p:spPr>
          <a:xfrm>
            <a:off x="743040" y="875800"/>
            <a:ext cx="5624219" cy="443520"/>
          </a:xfrm>
          <a:prstGeom prst="round2SameRect">
            <a:avLst>
              <a:gd name="adj1" fmla="val 16667"/>
              <a:gd name="adj2" fmla="val 0"/>
            </a:avLst>
          </a:prstGeom>
          <a:solidFill>
            <a:schemeClr val="accent1">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r>
              <a:rPr lang="fr-FR" sz="2400" b="0" strike="noStrike" spc="-1" noProof="0" dirty="0">
                <a:solidFill>
                  <a:srgbClr val="FFFFFF"/>
                </a:solidFill>
                <a:latin typeface="Times New Roman"/>
              </a:rPr>
              <a:t>Définition</a:t>
            </a:r>
            <a:r>
              <a:rPr lang="fr-FR" sz="1800" b="0" strike="noStrike" spc="-1" noProof="0" dirty="0">
                <a:solidFill>
                  <a:srgbClr val="FFFFFF"/>
                </a:solidFill>
                <a:latin typeface="Times New Roman"/>
              </a:rPr>
              <a:t>:</a:t>
            </a:r>
            <a:endParaRPr lang="fr-FR" sz="1800" b="0" strike="noStrike" spc="-1" noProof="0" dirty="0">
              <a:latin typeface="Arial"/>
            </a:endParaRPr>
          </a:p>
        </p:txBody>
      </p:sp>
      <p:sp>
        <p:nvSpPr>
          <p:cNvPr id="193" name="Subtitle 16"/>
          <p:cNvSpPr/>
          <p:nvPr/>
        </p:nvSpPr>
        <p:spPr>
          <a:xfrm>
            <a:off x="743040" y="3990080"/>
            <a:ext cx="5609580" cy="2473520"/>
          </a:xfrm>
          <a:prstGeom prst="rect">
            <a:avLst/>
          </a:prstGeom>
          <a:solidFill>
            <a:schemeClr val="accent2">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Autofit/>
          </a:bodyPr>
          <a:lstStyle/>
          <a:p>
            <a:pPr algn="just">
              <a:lnSpc>
                <a:spcPct val="90000"/>
              </a:lnSpc>
              <a:spcBef>
                <a:spcPts val="1001"/>
              </a:spcBef>
              <a:buNone/>
              <a:tabLst>
                <a:tab pos="0" algn="l"/>
              </a:tabLst>
            </a:pPr>
            <a:endParaRPr lang="fr-FR" sz="2000" b="0" strike="noStrike" spc="-1" noProof="0" dirty="0">
              <a:latin typeface="Arial"/>
            </a:endParaRPr>
          </a:p>
          <a:p>
            <a:pPr algn="just">
              <a:lnSpc>
                <a:spcPct val="90000"/>
              </a:lnSpc>
              <a:spcBef>
                <a:spcPts val="1001"/>
              </a:spcBef>
              <a:buNone/>
              <a:tabLst>
                <a:tab pos="0" algn="l"/>
              </a:tabLst>
            </a:pPr>
            <a:r>
              <a:rPr lang="fr-FR" sz="2000" b="0" strike="noStrike" spc="-1" noProof="0" dirty="0">
                <a:solidFill>
                  <a:srgbClr val="843C0B"/>
                </a:solidFill>
                <a:latin typeface="Times New Roman"/>
              </a:rPr>
              <a:t>Attributs individuels que l'élève apporte dans l'apprentissage.</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Connaissances, prérequis et capacités cognitives;</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Motivation, culture, statut socio-économique;</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Styles d'apprentissage (visuel, auditif, etc.).</a:t>
            </a:r>
            <a:endParaRPr lang="fr-FR" sz="2000" b="0" strike="noStrike" spc="-1" noProof="0" dirty="0">
              <a:latin typeface="Arial"/>
            </a:endParaRPr>
          </a:p>
        </p:txBody>
      </p:sp>
      <p:sp>
        <p:nvSpPr>
          <p:cNvPr id="194" name="Rectangle: Top Corners Rounded 9"/>
          <p:cNvSpPr/>
          <p:nvPr/>
        </p:nvSpPr>
        <p:spPr>
          <a:xfrm>
            <a:off x="743040" y="3820880"/>
            <a:ext cx="5609580" cy="445320"/>
          </a:xfrm>
          <a:prstGeom prst="round2SameRect">
            <a:avLst>
              <a:gd name="adj1" fmla="val 16667"/>
              <a:gd name="adj2" fmla="val 0"/>
            </a:avLst>
          </a:prstGeom>
          <a:solidFill>
            <a:schemeClr val="accent2">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r>
              <a:rPr lang="fr-FR" sz="2400" b="0" strike="noStrike" spc="-1" noProof="0" dirty="0">
                <a:solidFill>
                  <a:srgbClr val="FFFFFF"/>
                </a:solidFill>
                <a:latin typeface="Times New Roman"/>
              </a:rPr>
              <a:t>Variables de l’</a:t>
            </a:r>
            <a:r>
              <a:rPr lang="fr-FR" sz="2400" spc="-1" noProof="0" dirty="0">
                <a:solidFill>
                  <a:srgbClr val="FFFFFF"/>
                </a:solidFill>
                <a:latin typeface="Times New Roman"/>
              </a:rPr>
              <a:t>a</a:t>
            </a:r>
            <a:r>
              <a:rPr lang="fr-FR" sz="2400" b="0" strike="noStrike" spc="-1" noProof="0" dirty="0">
                <a:solidFill>
                  <a:srgbClr val="FFFFFF"/>
                </a:solidFill>
                <a:latin typeface="Times New Roman"/>
              </a:rPr>
              <a:t>pprenant:</a:t>
            </a:r>
            <a:endParaRPr lang="fr-FR" sz="2400" b="0" strike="noStrike" spc="-1" noProof="0" dirty="0">
              <a:latin typeface="Arial"/>
            </a:endParaRPr>
          </a:p>
        </p:txBody>
      </p:sp>
      <p:sp>
        <p:nvSpPr>
          <p:cNvPr id="2" name="Subtitle 2">
            <a:extLst>
              <a:ext uri="{FF2B5EF4-FFF2-40B4-BE49-F238E27FC236}">
                <a16:creationId xmlns:a16="http://schemas.microsoft.com/office/drawing/2014/main" id="{6751CC2A-A468-16B4-D649-FDD93137F471}"/>
              </a:ext>
            </a:extLst>
          </p:cNvPr>
          <p:cNvSpPr/>
          <p:nvPr/>
        </p:nvSpPr>
        <p:spPr>
          <a:xfrm>
            <a:off x="753840" y="308880"/>
            <a:ext cx="11437920" cy="455400"/>
          </a:xfrm>
          <a:prstGeom prst="rect">
            <a:avLst/>
          </a:prstGeom>
          <a:solidFill>
            <a:schemeClr val="accent5">
              <a:lumMod val="50000"/>
            </a:schemeClr>
          </a:solidFill>
          <a:ln w="0">
            <a:noFill/>
          </a:ln>
          <a:scene3d>
            <a:camera prst="orthographicFront"/>
            <a:lightRig rig="threePt" dir="t"/>
          </a:scene3d>
          <a:sp3d/>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2400" b="0" strike="noStrike" spc="-1" noProof="0" dirty="0">
                <a:solidFill>
                  <a:srgbClr val="FFFFFF"/>
                </a:solidFill>
                <a:latin typeface="Times New Roman"/>
                <a:ea typeface="Noto Sans CJK SC"/>
              </a:rPr>
              <a:t>Varia</a:t>
            </a:r>
            <a:r>
              <a:rPr lang="fr-FR" sz="2400" b="0" strike="noStrike" spc="-1" noProof="0" dirty="0">
                <a:solidFill>
                  <a:srgbClr val="FFFFFF"/>
                </a:solidFill>
                <a:latin typeface="Times New Roman"/>
              </a:rPr>
              <a:t>bles d’apprentissage</a:t>
            </a:r>
            <a:endParaRPr lang="fr-FR" sz="2400" spc="-1" noProof="0" dirty="0"/>
          </a:p>
        </p:txBody>
      </p:sp>
      <p:sp>
        <p:nvSpPr>
          <p:cNvPr id="3" name="Rectangle 22">
            <a:extLst>
              <a:ext uri="{FF2B5EF4-FFF2-40B4-BE49-F238E27FC236}">
                <a16:creationId xmlns:a16="http://schemas.microsoft.com/office/drawing/2014/main" id="{CBF9E992-EE9A-539C-AAA8-EDF7D4C1E544}"/>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4" name="PlaceHolder 1">
            <a:extLst>
              <a:ext uri="{FF2B5EF4-FFF2-40B4-BE49-F238E27FC236}">
                <a16:creationId xmlns:a16="http://schemas.microsoft.com/office/drawing/2014/main" id="{3A3525CB-45F4-68E9-224A-1D65D61C4069}"/>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7</a:t>
            </a:fld>
            <a:r>
              <a:rPr lang="fr-FR" sz="1800" b="1" noProof="0" dirty="0">
                <a:latin typeface="Times New Roman"/>
              </a:rPr>
              <a:t> / 15</a:t>
            </a:r>
            <a:endParaRPr lang="fr-FR" sz="1800" noProof="0" dirty="0">
              <a:latin typeface="Times New Roman"/>
            </a:endParaRPr>
          </a:p>
        </p:txBody>
      </p:sp>
      <p:sp>
        <p:nvSpPr>
          <p:cNvPr id="5" name="Subtitle 2">
            <a:extLst>
              <a:ext uri="{FF2B5EF4-FFF2-40B4-BE49-F238E27FC236}">
                <a16:creationId xmlns:a16="http://schemas.microsoft.com/office/drawing/2014/main" id="{3932B218-F79D-83B6-09BE-D4E1E29652DD}"/>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6" name="TextBox 26">
            <a:extLst>
              <a:ext uri="{FF2B5EF4-FFF2-40B4-BE49-F238E27FC236}">
                <a16:creationId xmlns:a16="http://schemas.microsoft.com/office/drawing/2014/main" id="{EE46B045-02B4-9A03-9FB2-79E595F3C078}"/>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8" name="TextBox 27">
            <a:extLst>
              <a:ext uri="{FF2B5EF4-FFF2-40B4-BE49-F238E27FC236}">
                <a16:creationId xmlns:a16="http://schemas.microsoft.com/office/drawing/2014/main" id="{FAAA975C-6AB9-67E7-5DB3-7C90BB301C2F}"/>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9" name="Subtitle 2">
            <a:extLst>
              <a:ext uri="{FF2B5EF4-FFF2-40B4-BE49-F238E27FC236}">
                <a16:creationId xmlns:a16="http://schemas.microsoft.com/office/drawing/2014/main" id="{AAE8AE82-5808-865E-6943-745DF329F2A4}"/>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pic>
        <p:nvPicPr>
          <p:cNvPr id="7" name="Picture 6">
            <a:extLst>
              <a:ext uri="{FF2B5EF4-FFF2-40B4-BE49-F238E27FC236}">
                <a16:creationId xmlns:a16="http://schemas.microsoft.com/office/drawing/2014/main" id="{268EF8BC-499B-9441-5A4D-5F75FEE86FC3}"/>
              </a:ext>
            </a:extLst>
          </p:cNvPr>
          <p:cNvPicPr>
            <a:picLocks noChangeAspect="1"/>
          </p:cNvPicPr>
          <p:nvPr/>
        </p:nvPicPr>
        <p:blipFill>
          <a:blip r:embed="rId5"/>
          <a:stretch>
            <a:fillRect/>
          </a:stretch>
        </p:blipFill>
        <p:spPr>
          <a:xfrm>
            <a:off x="6472800" y="941040"/>
            <a:ext cx="5514582" cy="5505360"/>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94"/>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193"/>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19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9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93">
                                            <p:txEl>
                                              <p:pRg st="3" end="3"/>
                                            </p:txEl>
                                          </p:spTgt>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30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pic>
        <p:nvPicPr>
          <p:cNvPr id="2050" name="Picture 2" descr="La formation des enseignants des établissements pionniers de l’AREF Fès-Meknès: une 2ème édition au service de l’excellence pédagogique">
            <a:extLst>
              <a:ext uri="{FF2B5EF4-FFF2-40B4-BE49-F238E27FC236}">
                <a16:creationId xmlns:a16="http://schemas.microsoft.com/office/drawing/2014/main" id="{92D2E2B6-4CD1-EB44-2321-B324DD41D7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609"/>
          <a:stretch>
            <a:fillRect/>
          </a:stretch>
        </p:blipFill>
        <p:spPr bwMode="auto">
          <a:xfrm>
            <a:off x="6594163" y="1485825"/>
            <a:ext cx="5432738" cy="4019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censement 2024 : Noureddine Akkouri rassure les parents sur l'impact  limité de la participation des enseignants">
            <a:extLst>
              <a:ext uri="{FF2B5EF4-FFF2-40B4-BE49-F238E27FC236}">
                <a16:creationId xmlns:a16="http://schemas.microsoft.com/office/drawing/2014/main" id="{B034DE52-5CEB-F314-32D3-AEA8E5867F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05"/>
          <a:stretch>
            <a:fillRect/>
          </a:stretch>
        </p:blipFill>
        <p:spPr bwMode="auto">
          <a:xfrm>
            <a:off x="6594163" y="1413595"/>
            <a:ext cx="5556197" cy="40195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ycée technique mohamed... - Lycée technique mohamed 6 Azilal">
            <a:extLst>
              <a:ext uri="{FF2B5EF4-FFF2-40B4-BE49-F238E27FC236}">
                <a16:creationId xmlns:a16="http://schemas.microsoft.com/office/drawing/2014/main" id="{B225D9EA-D6FC-53A0-D25E-4B6D923F95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3804" y="1403337"/>
            <a:ext cx="5556198" cy="41845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Montage [Résonance]">
            <a:extLst>
              <a:ext uri="{FF2B5EF4-FFF2-40B4-BE49-F238E27FC236}">
                <a16:creationId xmlns:a16="http://schemas.microsoft.com/office/drawing/2014/main" id="{C81E6EA7-5E70-E9B2-9243-B3EB4C8F5F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2554" y="1378675"/>
            <a:ext cx="5490756" cy="4126700"/>
          </a:xfrm>
          <a:prstGeom prst="rect">
            <a:avLst/>
          </a:prstGeom>
          <a:noFill/>
          <a:extLst>
            <a:ext uri="{909E8E84-426E-40DD-AFC4-6F175D3DCCD1}">
              <a14:hiddenFill xmlns:a14="http://schemas.microsoft.com/office/drawing/2010/main">
                <a:solidFill>
                  <a:srgbClr val="FFFFFF"/>
                </a:solidFill>
              </a14:hiddenFill>
            </a:ext>
          </a:extLst>
        </p:spPr>
      </p:pic>
      <p:sp>
        <p:nvSpPr>
          <p:cNvPr id="202" name="Rectangle 32"/>
          <p:cNvSpPr/>
          <p:nvPr/>
        </p:nvSpPr>
        <p:spPr>
          <a:xfrm>
            <a:off x="-3600" y="308880"/>
            <a:ext cx="756720" cy="455400"/>
          </a:xfrm>
          <a:prstGeom prst="rect">
            <a:avLst/>
          </a:prstGeom>
          <a:solidFill>
            <a:schemeClr val="accent4">
              <a:lumMod val="60000"/>
              <a:lumOff val="40000"/>
            </a:schemeClr>
          </a:solidFill>
          <a:ln>
            <a:no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203" name="Oval 7"/>
          <p:cNvSpPr/>
          <p:nvPr/>
        </p:nvSpPr>
        <p:spPr>
          <a:xfrm>
            <a:off x="191880" y="340200"/>
            <a:ext cx="366480" cy="374040"/>
          </a:xfrm>
          <a:prstGeom prst="ellipse">
            <a:avLst/>
          </a:prstGeom>
          <a:solidFill>
            <a:schemeClr val="accent5">
              <a:lumMod val="50000"/>
            </a:schemeClr>
          </a:solidFill>
          <a:ln>
            <a:noFill/>
          </a:ln>
          <a:effectLst>
            <a:outerShdw blurRad="44280" dist="2808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fr-FR" sz="2400" b="0" strike="noStrike" spc="-1" noProof="0" dirty="0">
                <a:solidFill>
                  <a:srgbClr val="FFFFFF"/>
                </a:solidFill>
                <a:latin typeface="Calibri"/>
              </a:rPr>
              <a:t>1</a:t>
            </a:r>
            <a:endParaRPr lang="fr-FR" sz="2400" b="0" strike="noStrike" spc="-1" noProof="0" dirty="0">
              <a:latin typeface="Arial"/>
            </a:endParaRPr>
          </a:p>
        </p:txBody>
      </p:sp>
      <p:sp>
        <p:nvSpPr>
          <p:cNvPr id="204" name="Action Button: Blank 27">
            <a:hlinkClick r:id="rId7" action="ppaction://hlinksldjump"/>
          </p:cNvPr>
          <p:cNvSpPr/>
          <p:nvPr/>
        </p:nvSpPr>
        <p:spPr>
          <a:xfrm>
            <a:off x="228600" y="385920"/>
            <a:ext cx="293040" cy="28332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205" name="Rectangle 34"/>
          <p:cNvSpPr/>
          <p:nvPr/>
        </p:nvSpPr>
        <p:spPr>
          <a:xfrm>
            <a:off x="1800" y="2896560"/>
            <a:ext cx="219600" cy="1198080"/>
          </a:xfrm>
          <a:prstGeom prst="rect">
            <a:avLst/>
          </a:prstGeom>
          <a:solidFill>
            <a:schemeClr val="accent4">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206" name="Rectangle 35"/>
          <p:cNvSpPr/>
          <p:nvPr/>
        </p:nvSpPr>
        <p:spPr>
          <a:xfrm>
            <a:off x="0" y="1707480"/>
            <a:ext cx="219600" cy="1198080"/>
          </a:xfrm>
          <a:prstGeom prst="rect">
            <a:avLst/>
          </a:prstGeom>
          <a:solidFill>
            <a:schemeClr val="accent1">
              <a:lumMod val="60000"/>
              <a:lumOff val="4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207" name="Rectangle 43"/>
          <p:cNvSpPr/>
          <p:nvPr/>
        </p:nvSpPr>
        <p:spPr>
          <a:xfrm>
            <a:off x="0" y="4085640"/>
            <a:ext cx="219600" cy="1198080"/>
          </a:xfrm>
          <a:prstGeom prst="rect">
            <a:avLst/>
          </a:prstGeom>
          <a:solidFill>
            <a:schemeClr val="accent1">
              <a:lumMod val="75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208" name="Action Button: Blank 28">
            <a:hlinkClick r:id="" action="ppaction://hlinkshowjump?jump=previousslide"/>
          </p:cNvPr>
          <p:cNvSpPr/>
          <p:nvPr/>
        </p:nvSpPr>
        <p:spPr>
          <a:xfrm>
            <a:off x="0" y="17060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209" name="Action Button: Blank 29">
            <a:hlinkClick r:id="" action="ppaction://hlinkshowjump?jump=nextslide"/>
          </p:cNvPr>
          <p:cNvSpPr/>
          <p:nvPr/>
        </p:nvSpPr>
        <p:spPr>
          <a:xfrm>
            <a:off x="-8640" y="4085640"/>
            <a:ext cx="228240" cy="1176480"/>
          </a:xfrm>
          <a:prstGeom prst="actionButtonBlank">
            <a:avLst/>
          </a:prstGeom>
          <a:noFill/>
          <a:ln>
            <a:noFill/>
          </a:ln>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210" name="Subtitle 21"/>
          <p:cNvSpPr/>
          <p:nvPr/>
        </p:nvSpPr>
        <p:spPr>
          <a:xfrm>
            <a:off x="753120" y="1195380"/>
            <a:ext cx="5748840" cy="2411420"/>
          </a:xfrm>
          <a:prstGeom prst="rect">
            <a:avLst/>
          </a:prstGeom>
          <a:solidFill>
            <a:schemeClr val="accent2">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Autofit/>
          </a:bodyPr>
          <a:lstStyle/>
          <a:p>
            <a:pPr algn="just">
              <a:lnSpc>
                <a:spcPct val="90000"/>
              </a:lnSpc>
              <a:spcBef>
                <a:spcPts val="1001"/>
              </a:spcBef>
              <a:buNone/>
              <a:tabLst>
                <a:tab pos="0" algn="l"/>
              </a:tabLst>
            </a:pP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ea typeface="Noto Sans CJK SC"/>
              </a:rPr>
              <a:t>Compétences pédagogiques et didactiques, méthodes d’enseignement utilisées;</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Gestion de la classe, relation enseignant–élève;</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ea typeface="Noto Sans CJK SC"/>
              </a:rPr>
              <a:t>A</a:t>
            </a:r>
            <a:r>
              <a:rPr lang="fr-FR" sz="2000" b="0" strike="noStrike" spc="-1" noProof="0" dirty="0">
                <a:solidFill>
                  <a:srgbClr val="843C0B"/>
                </a:solidFill>
                <a:latin typeface="Times New Roman"/>
              </a:rPr>
              <a:t>ttentes et représentations de l’enseignant;</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Pratiques d’évaluation.</a:t>
            </a:r>
            <a:endParaRPr lang="fr-FR" sz="2000" b="0" strike="noStrike" spc="-1" noProof="0" dirty="0">
              <a:latin typeface="Arial"/>
            </a:endParaRPr>
          </a:p>
        </p:txBody>
      </p:sp>
      <p:sp>
        <p:nvSpPr>
          <p:cNvPr id="211" name="Rectangle: Top Corners Rounded 12"/>
          <p:cNvSpPr/>
          <p:nvPr/>
        </p:nvSpPr>
        <p:spPr>
          <a:xfrm>
            <a:off x="753120" y="1026180"/>
            <a:ext cx="5748840" cy="445320"/>
          </a:xfrm>
          <a:prstGeom prst="round2SameRect">
            <a:avLst>
              <a:gd name="adj1" fmla="val 16667"/>
              <a:gd name="adj2" fmla="val 0"/>
            </a:avLst>
          </a:prstGeom>
          <a:solidFill>
            <a:schemeClr val="accent2">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r>
              <a:rPr lang="fr-FR" sz="2400" b="0" strike="noStrike" spc="-1" noProof="0" dirty="0">
                <a:solidFill>
                  <a:srgbClr val="FFFFFF"/>
                </a:solidFill>
                <a:latin typeface="Times New Roman"/>
              </a:rPr>
              <a:t>Variables de l’enseignant:</a:t>
            </a:r>
            <a:endParaRPr lang="fr-FR" sz="2400" b="0" strike="noStrike" spc="-1" noProof="0" dirty="0">
              <a:latin typeface="Arial"/>
            </a:endParaRPr>
          </a:p>
        </p:txBody>
      </p:sp>
      <p:sp>
        <p:nvSpPr>
          <p:cNvPr id="218" name="Subtitle 20"/>
          <p:cNvSpPr/>
          <p:nvPr/>
        </p:nvSpPr>
        <p:spPr>
          <a:xfrm>
            <a:off x="753120" y="4074300"/>
            <a:ext cx="5748840" cy="1966100"/>
          </a:xfrm>
          <a:prstGeom prst="rect">
            <a:avLst/>
          </a:prstGeom>
          <a:solidFill>
            <a:schemeClr val="accent2">
              <a:lumMod val="20000"/>
              <a:lumOff val="80000"/>
            </a:schemeClr>
          </a:solidFill>
          <a:ln w="0">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p:style>
        <p:txBody>
          <a:bodyPr anchor="t">
            <a:noAutofit/>
          </a:bodyPr>
          <a:lstStyle/>
          <a:p>
            <a:pPr algn="just">
              <a:lnSpc>
                <a:spcPct val="90000"/>
              </a:lnSpc>
              <a:spcBef>
                <a:spcPts val="1001"/>
              </a:spcBef>
              <a:buNone/>
              <a:tabLst>
                <a:tab pos="0" algn="l"/>
              </a:tabLst>
            </a:pP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Effectif de la classe et temps d’apprentissage disponible;</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Ressources pédagogiques et matérielles;</a:t>
            </a:r>
            <a:endParaRPr lang="fr-FR" sz="2000" b="0" strike="noStrike" spc="-1" noProof="0" dirty="0">
              <a:latin typeface="Arial"/>
            </a:endParaRPr>
          </a:p>
          <a:p>
            <a:pPr marL="343080" indent="-343080" algn="just">
              <a:lnSpc>
                <a:spcPct val="90000"/>
              </a:lnSpc>
              <a:spcBef>
                <a:spcPts val="1001"/>
              </a:spcBef>
              <a:buClr>
                <a:srgbClr val="843C0B"/>
              </a:buClr>
              <a:buFont typeface="Wingdings" charset="2"/>
              <a:buChar char=""/>
              <a:tabLst>
                <a:tab pos="0" algn="l"/>
              </a:tabLst>
            </a:pPr>
            <a:r>
              <a:rPr lang="fr-FR" sz="2000" b="0" strike="noStrike" spc="-1" noProof="0" dirty="0">
                <a:solidFill>
                  <a:srgbClr val="843C0B"/>
                </a:solidFill>
                <a:latin typeface="Times New Roman"/>
              </a:rPr>
              <a:t>Climat scolaire et organisation de l’établissement;</a:t>
            </a:r>
            <a:endParaRPr lang="fr-FR" sz="2000" b="0" strike="noStrike" spc="-1" noProof="0" dirty="0">
              <a:latin typeface="Arial"/>
            </a:endParaRPr>
          </a:p>
        </p:txBody>
      </p:sp>
      <p:sp>
        <p:nvSpPr>
          <p:cNvPr id="219" name="Rectangle: Top Corners Rounded 10"/>
          <p:cNvSpPr/>
          <p:nvPr/>
        </p:nvSpPr>
        <p:spPr>
          <a:xfrm>
            <a:off x="753120" y="3905100"/>
            <a:ext cx="5748840" cy="445320"/>
          </a:xfrm>
          <a:prstGeom prst="round2SameRect">
            <a:avLst>
              <a:gd name="adj1" fmla="val 16667"/>
              <a:gd name="adj2" fmla="val 0"/>
            </a:avLst>
          </a:prstGeom>
          <a:solidFill>
            <a:schemeClr val="accent2">
              <a:lumMod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r>
              <a:rPr lang="fr-FR" sz="2400" b="0" strike="noStrike" spc="-1" noProof="0" dirty="0">
                <a:solidFill>
                  <a:srgbClr val="FFFFFF"/>
                </a:solidFill>
                <a:latin typeface="Times New Roman"/>
              </a:rPr>
              <a:t>Variables liées au contexte scolaire:</a:t>
            </a:r>
            <a:endParaRPr lang="fr-FR" sz="2400" b="0" strike="noStrike" spc="-1" noProof="0" dirty="0">
              <a:latin typeface="Arial"/>
            </a:endParaRPr>
          </a:p>
        </p:txBody>
      </p:sp>
      <p:sp>
        <p:nvSpPr>
          <p:cNvPr id="4" name="Subtitle 2">
            <a:extLst>
              <a:ext uri="{FF2B5EF4-FFF2-40B4-BE49-F238E27FC236}">
                <a16:creationId xmlns:a16="http://schemas.microsoft.com/office/drawing/2014/main" id="{B8CA0086-EFA8-6DC9-EF03-6AD3313A25FF}"/>
              </a:ext>
            </a:extLst>
          </p:cNvPr>
          <p:cNvSpPr/>
          <p:nvPr/>
        </p:nvSpPr>
        <p:spPr>
          <a:xfrm>
            <a:off x="753840" y="308880"/>
            <a:ext cx="11437920" cy="455400"/>
          </a:xfrm>
          <a:prstGeom prst="rect">
            <a:avLst/>
          </a:prstGeom>
          <a:solidFill>
            <a:schemeClr val="accent5">
              <a:lumMod val="50000"/>
            </a:schemeClr>
          </a:solidFill>
          <a:ln w="0">
            <a:noFill/>
          </a:ln>
          <a:scene3d>
            <a:camera prst="orthographicFront"/>
            <a:lightRig rig="threePt" dir="t"/>
          </a:scene3d>
          <a:sp3d/>
        </p:spPr>
        <p:style>
          <a:lnRef idx="0">
            <a:scrgbClr r="0" g="0" b="0"/>
          </a:lnRef>
          <a:fillRef idx="0">
            <a:scrgbClr r="0" g="0" b="0"/>
          </a:fillRef>
          <a:effectRef idx="0">
            <a:scrgbClr r="0" g="0" b="0"/>
          </a:effectRef>
          <a:fontRef idx="minor"/>
        </p:style>
        <p:txBody>
          <a:bodyPr anchor="t">
            <a:normAutofit/>
          </a:bodyPr>
          <a:lstStyle/>
          <a:p>
            <a:pPr>
              <a:lnSpc>
                <a:spcPct val="90000"/>
              </a:lnSpc>
              <a:spcBef>
                <a:spcPts val="1001"/>
              </a:spcBef>
              <a:buNone/>
              <a:tabLst>
                <a:tab pos="0" algn="l"/>
              </a:tabLst>
            </a:pPr>
            <a:r>
              <a:rPr lang="fr-FR" sz="2400" b="0" strike="noStrike" spc="-1" noProof="0" dirty="0">
                <a:solidFill>
                  <a:srgbClr val="FFFFFF"/>
                </a:solidFill>
                <a:latin typeface="Times New Roman"/>
                <a:ea typeface="Noto Sans CJK SC"/>
              </a:rPr>
              <a:t>Varia</a:t>
            </a:r>
            <a:r>
              <a:rPr lang="fr-FR" sz="2400" b="0" strike="noStrike" spc="-1" noProof="0" dirty="0">
                <a:solidFill>
                  <a:srgbClr val="FFFFFF"/>
                </a:solidFill>
                <a:latin typeface="Times New Roman"/>
              </a:rPr>
              <a:t>bles d’apprentissage</a:t>
            </a:r>
            <a:endParaRPr lang="fr-FR" sz="2400" spc="-1" noProof="0" dirty="0"/>
          </a:p>
        </p:txBody>
      </p:sp>
      <p:sp>
        <p:nvSpPr>
          <p:cNvPr id="2" name="Rectangle 22">
            <a:extLst>
              <a:ext uri="{FF2B5EF4-FFF2-40B4-BE49-F238E27FC236}">
                <a16:creationId xmlns:a16="http://schemas.microsoft.com/office/drawing/2014/main" id="{63567DE8-4414-55AA-07E8-8BBF9B777859}"/>
              </a:ext>
            </a:extLst>
          </p:cNvPr>
          <p:cNvSpPr/>
          <p:nvPr/>
        </p:nvSpPr>
        <p:spPr>
          <a:xfrm>
            <a:off x="-3600" y="6528240"/>
            <a:ext cx="12195000" cy="324000"/>
          </a:xfrm>
          <a:prstGeom prst="rect">
            <a:avLst/>
          </a:prstGeom>
          <a:solidFill>
            <a:schemeClr val="accent1">
              <a:lumMod val="50000"/>
            </a:schemeClr>
          </a:solidFill>
          <a:ln>
            <a:solidFill>
              <a:srgbClr val="325490"/>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p:style>
        <p:txBody>
          <a:bodyPr/>
          <a:lstStyle/>
          <a:p>
            <a:endParaRPr lang="fr-FR" noProof="0" dirty="0"/>
          </a:p>
        </p:txBody>
      </p:sp>
      <p:sp>
        <p:nvSpPr>
          <p:cNvPr id="3" name="PlaceHolder 1">
            <a:extLst>
              <a:ext uri="{FF2B5EF4-FFF2-40B4-BE49-F238E27FC236}">
                <a16:creationId xmlns:a16="http://schemas.microsoft.com/office/drawing/2014/main" id="{8AFCC4F9-3142-FDE8-5F92-796BD5EEA164}"/>
              </a:ext>
            </a:extLst>
          </p:cNvPr>
          <p:cNvSpPr txBox="1">
            <a:spLocks/>
          </p:cNvSpPr>
          <p:nvPr/>
        </p:nvSpPr>
        <p:spPr>
          <a:xfrm>
            <a:off x="11046960" y="6492960"/>
            <a:ext cx="1103400" cy="324360"/>
          </a:xfrm>
          <a:prstGeom prst="rect">
            <a:avLst/>
          </a:prstGeom>
          <a:noFill/>
          <a:ln w="0">
            <a:noFill/>
          </a:ln>
        </p:spPr>
        <p:txBody>
          <a:bodyPr anchor="ctr">
            <a:noAutofit/>
          </a:bodyPr>
          <a:lstStyle>
            <a:defPPr>
              <a:defRPr lang="en-US"/>
            </a:defPPr>
            <a:lvl1pPr marL="0" algn="r" defTabSz="914400" rtl="0" eaLnBrk="1" latinLnBrk="0" hangingPunct="1">
              <a:lnSpc>
                <a:spcPct val="100000"/>
              </a:lnSpc>
              <a:buNone/>
              <a:defRPr lang="en-US" sz="2400" b="0" strike="noStrike" kern="1200" spc="-1">
                <a:solidFill>
                  <a:srgbClr val="FFFFFF"/>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noProof="0" dirty="0"/>
              <a:t> </a:t>
            </a:r>
            <a:r>
              <a:rPr lang="fr-FR" sz="1800" b="1" noProof="0" dirty="0">
                <a:latin typeface="Times New Roman"/>
              </a:rPr>
              <a:t>p. </a:t>
            </a:r>
            <a:fld id="{6A346A64-F7F1-402D-8D8C-EE56221E2CA3}" type="slidenum">
              <a:rPr lang="fr-FR" sz="1800" b="1" noProof="0" smtClean="0">
                <a:latin typeface="Times New Roman"/>
              </a:rPr>
              <a:pPr/>
              <a:t>8</a:t>
            </a:fld>
            <a:r>
              <a:rPr lang="fr-FR" sz="1800" b="1" noProof="0" dirty="0">
                <a:latin typeface="Times New Roman"/>
              </a:rPr>
              <a:t> / 15</a:t>
            </a:r>
            <a:endParaRPr lang="fr-FR" sz="1800" noProof="0" dirty="0">
              <a:latin typeface="Times New Roman"/>
            </a:endParaRPr>
          </a:p>
        </p:txBody>
      </p:sp>
      <p:sp>
        <p:nvSpPr>
          <p:cNvPr id="5" name="Subtitle 2">
            <a:extLst>
              <a:ext uri="{FF2B5EF4-FFF2-40B4-BE49-F238E27FC236}">
                <a16:creationId xmlns:a16="http://schemas.microsoft.com/office/drawing/2014/main" id="{D5A5DD50-7863-432C-14AD-732984E9046B}"/>
              </a:ext>
            </a:extLst>
          </p:cNvPr>
          <p:cNvSpPr/>
          <p:nvPr/>
        </p:nvSpPr>
        <p:spPr>
          <a:xfrm>
            <a:off x="9154800" y="6544800"/>
            <a:ext cx="1987200" cy="3319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7000"/>
          </a:bodyPr>
          <a:lstStyle/>
          <a:p>
            <a:pPr algn="ctr">
              <a:lnSpc>
                <a:spcPct val="90000"/>
              </a:lnSpc>
              <a:spcBef>
                <a:spcPts val="1001"/>
              </a:spcBef>
              <a:buNone/>
              <a:tabLst>
                <a:tab pos="0" algn="l"/>
              </a:tabLst>
            </a:pPr>
            <a:fld id="{520DE36E-4E2F-427A-B658-E7A1F4721E9F}" type="datetime4">
              <a:rPr lang="fr-FR" sz="1800" b="1" strike="noStrike" spc="-1" noProof="0" smtClean="0">
                <a:solidFill>
                  <a:srgbClr val="FFFFFF"/>
                </a:solidFill>
                <a:latin typeface="Times New Roman"/>
              </a:rPr>
              <a:t>21 janvier 2026</a:t>
            </a:fld>
            <a:endParaRPr lang="fr-FR" sz="1800" b="0" strike="noStrike" spc="-1" noProof="0" dirty="0">
              <a:latin typeface="Arial"/>
            </a:endParaRPr>
          </a:p>
        </p:txBody>
      </p:sp>
      <p:sp>
        <p:nvSpPr>
          <p:cNvPr id="6" name="TextBox 26">
            <a:extLst>
              <a:ext uri="{FF2B5EF4-FFF2-40B4-BE49-F238E27FC236}">
                <a16:creationId xmlns:a16="http://schemas.microsoft.com/office/drawing/2014/main" id="{EE09BB77-0B9B-F368-04A9-E7CA43A337A4}"/>
              </a:ext>
            </a:extLst>
          </p:cNvPr>
          <p:cNvSpPr/>
          <p:nvPr/>
        </p:nvSpPr>
        <p:spPr>
          <a:xfrm>
            <a:off x="3219480" y="6499080"/>
            <a:ext cx="574884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b="1" spc="-1" noProof="0" dirty="0">
                <a:solidFill>
                  <a:srgbClr val="FFFFFF"/>
                </a:solidFill>
                <a:latin typeface="Times New Roman"/>
              </a:rPr>
              <a:t>Gestion d’Apprentissage 1</a:t>
            </a:r>
            <a:endParaRPr lang="fr-FR" sz="1800" b="0" strike="noStrike" spc="-1" noProof="0" dirty="0">
              <a:latin typeface="Arial"/>
            </a:endParaRPr>
          </a:p>
        </p:txBody>
      </p:sp>
      <p:sp>
        <p:nvSpPr>
          <p:cNvPr id="7" name="TextBox 27">
            <a:extLst>
              <a:ext uri="{FF2B5EF4-FFF2-40B4-BE49-F238E27FC236}">
                <a16:creationId xmlns:a16="http://schemas.microsoft.com/office/drawing/2014/main" id="{7ACB53FA-01B1-C992-6ADD-CA489A410460}"/>
              </a:ext>
            </a:extLst>
          </p:cNvPr>
          <p:cNvSpPr/>
          <p:nvPr/>
        </p:nvSpPr>
        <p:spPr>
          <a:xfrm>
            <a:off x="324000" y="6492960"/>
            <a:ext cx="1897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noProof="0" dirty="0">
                <a:solidFill>
                  <a:srgbClr val="FFFFFF"/>
                </a:solidFill>
                <a:latin typeface="Times New Roman"/>
              </a:rPr>
              <a:t>Said ABENNA</a:t>
            </a:r>
            <a:endParaRPr lang="fr-FR" sz="1800" b="0" strike="noStrike" spc="-1" noProof="0" dirty="0">
              <a:latin typeface="Arial"/>
            </a:endParaRPr>
          </a:p>
        </p:txBody>
      </p:sp>
      <p:sp>
        <p:nvSpPr>
          <p:cNvPr id="8" name="Subtitle 2">
            <a:extLst>
              <a:ext uri="{FF2B5EF4-FFF2-40B4-BE49-F238E27FC236}">
                <a16:creationId xmlns:a16="http://schemas.microsoft.com/office/drawing/2014/main" id="{E7D25DCF-F05E-852A-0DF1-F825D18375B0}"/>
              </a:ext>
            </a:extLst>
          </p:cNvPr>
          <p:cNvSpPr/>
          <p:nvPr/>
        </p:nvSpPr>
        <p:spPr>
          <a:xfrm>
            <a:off x="11046960" y="6505920"/>
            <a:ext cx="191160" cy="36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lnSpc>
                <a:spcPct val="90000"/>
              </a:lnSpc>
              <a:spcBef>
                <a:spcPts val="1001"/>
              </a:spcBef>
              <a:buNone/>
              <a:tabLst>
                <a:tab pos="0" algn="l"/>
              </a:tabLst>
            </a:pPr>
            <a:r>
              <a:rPr lang="fr-FR" sz="2000" b="1" strike="noStrike" spc="-1" noProof="0" dirty="0">
                <a:solidFill>
                  <a:srgbClr val="FFFFFF"/>
                </a:solidFill>
                <a:latin typeface="Times New Roman"/>
              </a:rPr>
              <a:t>|</a:t>
            </a:r>
            <a:endParaRPr lang="fr-FR" sz="2000" b="0" strike="noStrike" spc="-1" noProof="0" dirty="0">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fill="hold" nodeType="withEffect">
                                  <p:stCondLst>
                                    <p:cond delay="0"/>
                                  </p:stCondLst>
                                  <p:childTnLst>
                                    <p:set>
                                      <p:cBhvr>
                                        <p:cTn id="6" dur="1" fill="hold">
                                          <p:stCondLst>
                                            <p:cond delay="0"/>
                                          </p:stCondLst>
                                        </p:cTn>
                                        <p:tgtEl>
                                          <p:spTgt spid="211"/>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210"/>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21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0">
                                            <p:txEl>
                                              <p:pRg st="2" end="2"/>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2050"/>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0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0">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0">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8">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8">
                                            <p:txEl>
                                              <p:pRg st="2" end="2"/>
                                            </p:txEl>
                                          </p:spTgt>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2052"/>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205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8">
                                            <p:txEl>
                                              <p:pRg st="3" end="3"/>
                                            </p:txEl>
                                          </p:spTgt>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2056"/>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0" animBg="1"/>
      <p:bldP spid="219" grpId="0" animBg="1"/>
    </p:bldLst>
  </p:timing>
</p:sld>
</file>

<file path=ppt/theme/theme1.xml><?xml version="1.0" encoding="utf-8"?>
<a:theme xmlns:a="http://schemas.openxmlformats.org/drawingml/2006/main" name="Office Theme">
  <a:themeElements>
    <a:clrScheme name="Office">
      <a:dk1>
        <a:sysClr val="windowText" lastClr="979797"/>
      </a:dk1>
      <a:lt1>
        <a:sysClr val="window" lastClr="1E1E1E"/>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979797"/>
      </a:dk1>
      <a:lt1>
        <a:sysClr val="window" lastClr="1E1E1E"/>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44372</TotalTime>
  <Words>751</Words>
  <Application>Microsoft Office PowerPoint</Application>
  <PresentationFormat>Widescreen</PresentationFormat>
  <Paragraphs>137</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Said Abenna</dc:creator>
  <dc:description/>
  <cp:lastModifiedBy>Said Abenna</cp:lastModifiedBy>
  <cp:revision>629</cp:revision>
  <dcterms:created xsi:type="dcterms:W3CDTF">2023-02-14T11:09:51Z</dcterms:created>
  <dcterms:modified xsi:type="dcterms:W3CDTF">2026-01-21T09:26:14Z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15</vt:i4>
  </property>
</Properties>
</file>
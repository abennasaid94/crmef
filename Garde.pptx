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62850" cy="10688638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A216C-7710-46BF-95D6-0386389C05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1606680" y="3325320"/>
            <a:ext cx="545184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EE05B-F65F-4BBA-B312-C59C3012C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545184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4A89FC-A2D5-4F59-97C9-E62992A5BC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266040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400640" y="3325320"/>
            <a:ext cx="266040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6D1483-043C-4263-A0D7-C7C075EFC1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F22B5-8D2C-452C-B52C-4751C28B3E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1608840" y="972720"/>
            <a:ext cx="5449320" cy="925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F8E831-7F48-479B-BE06-2CBEF5D2AC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400640" y="3325320"/>
            <a:ext cx="266040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1606680" y="640044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AF4546-276E-4C5F-886E-B86C7CA23D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2660400" cy="58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40064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400640" y="640044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D9B9B-DED3-4368-85B3-EE40B8BA10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40064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1606680" y="6400440"/>
            <a:ext cx="545184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32015-82D1-4C06-B242-89DBBBEB4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545184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1606680" y="6400440"/>
            <a:ext cx="545184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3BD42-4423-4D1B-A13C-3A0CF06825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400640" y="332532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1606680" y="640044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4400640" y="6400440"/>
            <a:ext cx="266040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11025-DC19-4968-B8DE-8607478538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606680" y="332532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450240" y="332532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293800" y="332532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1606680" y="640044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3450240" y="640044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5293800" y="6400440"/>
            <a:ext cx="1755360" cy="28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5A32F6-A0BF-4FF6-9A73-587A44C5F1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35"/>
          <p:cNvGrpSpPr/>
          <p:nvPr/>
        </p:nvGrpSpPr>
        <p:grpSpPr>
          <a:xfrm>
            <a:off x="0" y="356400"/>
            <a:ext cx="1638360" cy="10346400"/>
            <a:chOff x="0" y="356400"/>
            <a:chExt cx="1638360" cy="10346400"/>
          </a:xfrm>
        </p:grpSpPr>
        <p:sp>
          <p:nvSpPr>
            <p:cNvPr id="1" name="Freeform 11"/>
            <p:cNvSpPr/>
            <p:nvPr/>
          </p:nvSpPr>
          <p:spPr>
            <a:xfrm>
              <a:off x="0" y="4013280"/>
              <a:ext cx="57600" cy="97560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Freeform 12"/>
            <p:cNvSpPr/>
            <p:nvPr/>
          </p:nvSpPr>
          <p:spPr>
            <a:xfrm>
              <a:off x="73800" y="4919760"/>
              <a:ext cx="371160" cy="361908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Freeform 13"/>
            <p:cNvSpPr/>
            <p:nvPr/>
          </p:nvSpPr>
          <p:spPr>
            <a:xfrm>
              <a:off x="463680" y="8489520"/>
              <a:ext cx="349920" cy="221292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14"/>
            <p:cNvSpPr/>
            <p:nvPr/>
          </p:nvSpPr>
          <p:spPr>
            <a:xfrm>
              <a:off x="551520" y="10136520"/>
              <a:ext cx="98280" cy="56592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15"/>
            <p:cNvSpPr/>
            <p:nvPr/>
          </p:nvSpPr>
          <p:spPr>
            <a:xfrm>
              <a:off x="57960" y="4989240"/>
              <a:ext cx="471960" cy="518760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16"/>
            <p:cNvSpPr/>
            <p:nvPr/>
          </p:nvSpPr>
          <p:spPr>
            <a:xfrm>
              <a:off x="12960" y="356400"/>
              <a:ext cx="60840" cy="456300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17"/>
            <p:cNvSpPr/>
            <p:nvPr/>
          </p:nvSpPr>
          <p:spPr>
            <a:xfrm>
              <a:off x="45000" y="4588560"/>
              <a:ext cx="44640" cy="76932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8"/>
            <p:cNvSpPr/>
            <p:nvPr/>
          </p:nvSpPr>
          <p:spPr>
            <a:xfrm>
              <a:off x="442440" y="8538840"/>
              <a:ext cx="108720" cy="159732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9"/>
            <p:cNvSpPr/>
            <p:nvPr/>
          </p:nvSpPr>
          <p:spPr>
            <a:xfrm>
              <a:off x="445680" y="2180520"/>
              <a:ext cx="1192680" cy="630864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20"/>
            <p:cNvSpPr/>
            <p:nvPr/>
          </p:nvSpPr>
          <p:spPr>
            <a:xfrm>
              <a:off x="530280" y="10177200"/>
              <a:ext cx="92880" cy="52524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21"/>
            <p:cNvSpPr/>
            <p:nvPr/>
          </p:nvSpPr>
          <p:spPr>
            <a:xfrm>
              <a:off x="442440" y="8353080"/>
              <a:ext cx="20880" cy="3452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22"/>
            <p:cNvSpPr/>
            <p:nvPr/>
          </p:nvSpPr>
          <p:spPr>
            <a:xfrm>
              <a:off x="488520" y="9732960"/>
              <a:ext cx="136800" cy="96984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" name="Group 48"/>
          <p:cNvGrpSpPr/>
          <p:nvPr/>
        </p:nvGrpSpPr>
        <p:grpSpPr>
          <a:xfrm>
            <a:off x="16920" y="360"/>
            <a:ext cx="1614240" cy="10680840"/>
            <a:chOff x="16920" y="360"/>
            <a:chExt cx="1614240" cy="10680840"/>
          </a:xfrm>
        </p:grpSpPr>
        <p:sp>
          <p:nvSpPr>
            <p:cNvPr id="14" name="Freeform 27"/>
            <p:cNvSpPr/>
            <p:nvPr/>
          </p:nvSpPr>
          <p:spPr>
            <a:xfrm>
              <a:off x="16920" y="360"/>
              <a:ext cx="338400" cy="68590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28"/>
            <p:cNvSpPr/>
            <p:nvPr/>
          </p:nvSpPr>
          <p:spPr>
            <a:xfrm>
              <a:off x="375120" y="6727680"/>
              <a:ext cx="289800" cy="246312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29"/>
            <p:cNvSpPr/>
            <p:nvPr/>
          </p:nvSpPr>
          <p:spPr>
            <a:xfrm>
              <a:off x="687600" y="9137520"/>
              <a:ext cx="294840" cy="154368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Freeform 30"/>
            <p:cNvSpPr/>
            <p:nvPr/>
          </p:nvSpPr>
          <p:spPr>
            <a:xfrm>
              <a:off x="355680" y="6802200"/>
              <a:ext cx="377640" cy="34844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Freeform 31"/>
            <p:cNvSpPr/>
            <p:nvPr/>
          </p:nvSpPr>
          <p:spPr>
            <a:xfrm>
              <a:off x="318960" y="2009160"/>
              <a:ext cx="119160" cy="471780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Freeform 32"/>
            <p:cNvSpPr/>
            <p:nvPr/>
          </p:nvSpPr>
          <p:spPr>
            <a:xfrm>
              <a:off x="759960" y="10242360"/>
              <a:ext cx="91440" cy="43848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Freeform 33"/>
            <p:cNvSpPr/>
            <p:nvPr/>
          </p:nvSpPr>
          <p:spPr>
            <a:xfrm>
              <a:off x="342360" y="6401880"/>
              <a:ext cx="56160" cy="7970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Freeform 34"/>
            <p:cNvSpPr/>
            <p:nvPr/>
          </p:nvSpPr>
          <p:spPr>
            <a:xfrm>
              <a:off x="665280" y="4902840"/>
              <a:ext cx="965880" cy="423396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Freeform 35"/>
            <p:cNvSpPr/>
            <p:nvPr/>
          </p:nvSpPr>
          <p:spPr>
            <a:xfrm>
              <a:off x="733680" y="10287000"/>
              <a:ext cx="82440" cy="39384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Freeform 36"/>
            <p:cNvSpPr/>
            <p:nvPr/>
          </p:nvSpPr>
          <p:spPr>
            <a:xfrm>
              <a:off x="665280" y="9191160"/>
              <a:ext cx="94320" cy="105084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37"/>
            <p:cNvSpPr/>
            <p:nvPr/>
          </p:nvSpPr>
          <p:spPr>
            <a:xfrm>
              <a:off x="665280" y="8997120"/>
              <a:ext cx="25920" cy="3549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38"/>
            <p:cNvSpPr/>
            <p:nvPr/>
          </p:nvSpPr>
          <p:spPr>
            <a:xfrm>
              <a:off x="687600" y="9853920"/>
              <a:ext cx="144000" cy="826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" name="Rectangle 61"/>
          <p:cNvSpPr/>
          <p:nvPr/>
        </p:nvSpPr>
        <p:spPr>
          <a:xfrm>
            <a:off x="0" y="0"/>
            <a:ext cx="150840" cy="106884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608840" y="972720"/>
            <a:ext cx="5449320" cy="1995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fr-FR" sz="2980" spc="-1" strike="noStrike">
                <a:solidFill>
                  <a:srgbClr val="262626"/>
                </a:solidFill>
                <a:latin typeface="Century Gothic"/>
              </a:rPr>
              <a:t>Modifiez le </a:t>
            </a:r>
            <a:r>
              <a:rPr b="0" lang="fr-FR" sz="2980" spc="-1" strike="noStrike">
                <a:solidFill>
                  <a:srgbClr val="262626"/>
                </a:solidFill>
                <a:latin typeface="Century Gothic"/>
              </a:rPr>
              <a:t>style du </a:t>
            </a:r>
            <a:r>
              <a:rPr b="0" lang="fr-FR" sz="2980" spc="-1" strike="noStrike">
                <a:solidFill>
                  <a:srgbClr val="262626"/>
                </a:solidFill>
                <a:latin typeface="Century Gothic"/>
              </a:rPr>
              <a:t>titre</a:t>
            </a:r>
            <a:endParaRPr b="0" lang="en-US" sz="2980" spc="-1" strike="noStrike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606680" y="3325320"/>
            <a:ext cx="5451840" cy="5887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83680" indent="-283680">
              <a:lnSpc>
                <a:spcPct val="100000"/>
              </a:lnSpc>
              <a:spcBef>
                <a:spcPts val="828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fr-FR" sz="1490" spc="-1" strike="noStrike">
                <a:solidFill>
                  <a:srgbClr val="404040"/>
                </a:solidFill>
                <a:latin typeface="Century Gothic"/>
              </a:rPr>
              <a:t>Modifier les styles du texte du masque</a:t>
            </a:r>
            <a:endParaRPr b="0" lang="en-US" sz="1490" spc="-1" strike="noStrike">
              <a:solidFill>
                <a:srgbClr val="404040"/>
              </a:solidFill>
              <a:latin typeface="Century Gothic"/>
            </a:endParaRPr>
          </a:p>
          <a:p>
            <a:pPr lvl="1" marL="614520" indent="-236520">
              <a:lnSpc>
                <a:spcPct val="100000"/>
              </a:lnSpc>
              <a:spcBef>
                <a:spcPts val="828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fr-FR" sz="1320" spc="-1" strike="noStrike">
                <a:solidFill>
                  <a:srgbClr val="404040"/>
                </a:solidFill>
                <a:latin typeface="Century Gothic"/>
              </a:rPr>
              <a:t>Deuxième niveau</a:t>
            </a:r>
            <a:endParaRPr b="0" lang="en-US" sz="1320" spc="-1" strike="noStrike">
              <a:solidFill>
                <a:srgbClr val="404040"/>
              </a:solidFill>
              <a:latin typeface="Century Gothic"/>
            </a:endParaRPr>
          </a:p>
          <a:p>
            <a:pPr lvl="2" marL="945360" indent="-189000">
              <a:lnSpc>
                <a:spcPct val="100000"/>
              </a:lnSpc>
              <a:spcBef>
                <a:spcPts val="828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fr-FR" sz="1160" spc="-1" strike="noStrike">
                <a:solidFill>
                  <a:srgbClr val="404040"/>
                </a:solidFill>
                <a:latin typeface="Century Gothic"/>
              </a:rPr>
              <a:t>Troisième niveau</a:t>
            </a:r>
            <a:endParaRPr b="0" lang="en-US" sz="1160" spc="-1" strike="noStrike">
              <a:solidFill>
                <a:srgbClr val="404040"/>
              </a:solidFill>
              <a:latin typeface="Century Gothic"/>
            </a:endParaRPr>
          </a:p>
          <a:p>
            <a:pPr lvl="3" marL="1323360" indent="-189000">
              <a:lnSpc>
                <a:spcPct val="100000"/>
              </a:lnSpc>
              <a:spcBef>
                <a:spcPts val="828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fr-FR" sz="989" spc="-1" strike="noStrike">
                <a:solidFill>
                  <a:srgbClr val="404040"/>
                </a:solidFill>
                <a:latin typeface="Century Gothic"/>
              </a:rPr>
              <a:t>Quatrième niveau</a:t>
            </a:r>
            <a:endParaRPr b="0" lang="en-US" sz="989" spc="-1" strike="noStrike">
              <a:solidFill>
                <a:srgbClr val="404040"/>
              </a:solidFill>
              <a:latin typeface="Century Gothic"/>
            </a:endParaRPr>
          </a:p>
          <a:p>
            <a:pPr lvl="4" marL="1701720" indent="-189000">
              <a:lnSpc>
                <a:spcPct val="100000"/>
              </a:lnSpc>
              <a:spcBef>
                <a:spcPts val="828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fr-FR" sz="989" spc="-1" strike="noStrike">
                <a:solidFill>
                  <a:srgbClr val="404040"/>
                </a:solidFill>
                <a:latin typeface="Century Gothic"/>
              </a:rPr>
              <a:t>Cinquième niveau</a:t>
            </a:r>
            <a:endParaRPr b="0" lang="en-US" sz="989" spc="-1" strike="noStrike">
              <a:solidFill>
                <a:srgbClr val="404040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"/>
          </p:nvPr>
        </p:nvSpPr>
        <p:spPr>
          <a:xfrm>
            <a:off x="6428520" y="9561960"/>
            <a:ext cx="633600" cy="5767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fr-FR" sz="75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fr-FR" sz="750" spc="-1" strike="noStrike">
                <a:solidFill>
                  <a:srgbClr val="8b8b8b"/>
                </a:solidFill>
                <a:latin typeface="Century Gothic"/>
              </a:rPr>
              <a:t>&lt;date/time&gt;</a:t>
            </a:r>
            <a:endParaRPr b="0" lang="en-GB" sz="750" spc="-1" strike="noStrike"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2"/>
          </p:nvPr>
        </p:nvSpPr>
        <p:spPr>
          <a:xfrm>
            <a:off x="1606680" y="9563040"/>
            <a:ext cx="4727520" cy="56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1" name="Freeform 11"/>
          <p:cNvSpPr/>
          <p:nvPr/>
        </p:nvSpPr>
        <p:spPr>
          <a:xfrm flipV="1">
            <a:off x="0" y="1108440"/>
            <a:ext cx="1123200" cy="791280"/>
          </a:xfrm>
          <a:custGeom>
            <a:avLst/>
            <a:gdLst/>
            <a:ah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" name="PlaceHolder 5"/>
          <p:cNvSpPr>
            <a:spLocks noGrp="1"/>
          </p:cNvSpPr>
          <p:nvPr>
            <p:ph type="sldNum" idx="3"/>
          </p:nvPr>
        </p:nvSpPr>
        <p:spPr>
          <a:xfrm>
            <a:off x="423000" y="1227960"/>
            <a:ext cx="483480" cy="568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fr-FR" sz="166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6EC3B5-1477-4941-8036-C7280400D193}" type="slidenum">
              <a:rPr b="0" lang="fr-FR" sz="166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GB" sz="166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4"/>
          <p:cNvSpPr/>
          <p:nvPr/>
        </p:nvSpPr>
        <p:spPr>
          <a:xfrm>
            <a:off x="10800" y="122040"/>
            <a:ext cx="7607880" cy="10766880"/>
          </a:xfrm>
          <a:prstGeom prst="rect">
            <a:avLst/>
          </a:prstGeom>
          <a:solidFill>
            <a:srgbClr val="fdfd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Rectangle 86"/>
          <p:cNvSpPr/>
          <p:nvPr/>
        </p:nvSpPr>
        <p:spPr>
          <a:xfrm>
            <a:off x="5400" y="0"/>
            <a:ext cx="2856240" cy="10911960"/>
          </a:xfrm>
          <a:prstGeom prst="rect">
            <a:avLst/>
          </a:prstGeom>
          <a:solidFill>
            <a:srgbClr val="4960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Rectangle 51"/>
          <p:cNvSpPr/>
          <p:nvPr/>
        </p:nvSpPr>
        <p:spPr>
          <a:xfrm>
            <a:off x="3009960" y="100080"/>
            <a:ext cx="4334400" cy="1112760"/>
          </a:xfrm>
          <a:prstGeom prst="rect">
            <a:avLst/>
          </a:prstGeom>
          <a:solidFill>
            <a:srgbClr val="4960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Rectangle 52"/>
          <p:cNvSpPr/>
          <p:nvPr/>
        </p:nvSpPr>
        <p:spPr>
          <a:xfrm>
            <a:off x="3386880" y="641160"/>
            <a:ext cx="3716640" cy="441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0" rIns="0" tIns="0" bIns="0" anchor="ctr">
            <a:noAutofit/>
          </a:bodyPr>
          <a:p>
            <a:pPr algn="ctr">
              <a:lnSpc>
                <a:spcPct val="150000"/>
              </a:lnSpc>
              <a:buNone/>
            </a:pPr>
            <a:endParaRPr b="0" lang="en-GB" sz="1100" spc="-1" strike="noStrike">
              <a:latin typeface="Arial"/>
            </a:endParaRPr>
          </a:p>
          <a:p>
            <a:pPr algn="ctr">
              <a:lnSpc>
                <a:spcPct val="150000"/>
              </a:lnSpc>
              <a:buNone/>
            </a:pPr>
            <a:endParaRPr b="0" lang="en-GB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6478</TotalTime>
  <Application>LibreOffice/7.3.7.2$Linux_X86_64 LibreOffice_project/30$Build-2</Application>
  <AppVersion>15.0000</AppVersion>
  <Words>1504</Words>
  <Paragraphs>112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2015-07-03T12:55:42Z</dcterms:created>
  <dc:creator>S. Abenna</dc:creator>
  <dc:description/>
  <dc:language>en-GB</dc:language>
  <cp:lastModifiedBy/>
  <dcterms:modified xsi:type="dcterms:W3CDTF">2026-01-18T14:25:01Z</dcterms:modified>
  <cp:revision>1733</cp:revision>
  <dc:subject/>
  <dc:title>CV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3</vt:i4>
  </property>
</Properties>
</file>